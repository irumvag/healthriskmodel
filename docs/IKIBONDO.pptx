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56" r:id="rId2"/>
    <p:sldId id="257" r:id="rId3"/>
    <p:sldId id="258" r:id="rId4"/>
    <p:sldId id="268" r:id="rId5"/>
    <p:sldId id="267" r:id="rId6"/>
    <p:sldId id="265" r:id="rId7"/>
    <p:sldId id="269" r:id="rId8"/>
    <p:sldId id="266" r:id="rId9"/>
    <p:sldId id="270" r:id="rId10"/>
    <p:sldId id="264" r:id="rId11"/>
    <p:sldId id="263" r:id="rId12"/>
    <p:sldId id="262" r:id="rId13"/>
    <p:sldId id="261" r:id="rId14"/>
    <p:sldId id="259" r:id="rId15"/>
    <p:sldId id="26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1AD5222-2CDF-4B53-945A-6C608CFCC113}" type="doc">
      <dgm:prSet loTypeId="urn:microsoft.com/office/officeart/2009/3/layout/HorizontalOrganizationChart" loCatId="hierarchy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CE0698B-2BA2-4333-9C36-EAB081E881A0}">
      <dgm:prSet/>
      <dgm:spPr/>
      <dgm:t>
        <a:bodyPr/>
        <a:lstStyle/>
        <a:p>
          <a:r>
            <a:rPr lang="en-US"/>
            <a:t>Approach: Rule-based (deterministic, no ML needed).</a:t>
          </a:r>
        </a:p>
      </dgm:t>
    </dgm:pt>
    <dgm:pt modelId="{87A30817-0FEB-46A7-B27C-18BEBD2DD2F2}" type="parTrans" cxnId="{493C5218-B95A-4FAA-A078-55739160AE6F}">
      <dgm:prSet/>
      <dgm:spPr/>
      <dgm:t>
        <a:bodyPr/>
        <a:lstStyle/>
        <a:p>
          <a:endParaRPr lang="en-US"/>
        </a:p>
      </dgm:t>
    </dgm:pt>
    <dgm:pt modelId="{FACE1202-97DD-49A7-8631-3A727D75BF3B}" type="sibTrans" cxnId="{493C5218-B95A-4FAA-A078-55739160AE6F}">
      <dgm:prSet/>
      <dgm:spPr/>
      <dgm:t>
        <a:bodyPr/>
        <a:lstStyle/>
        <a:p>
          <a:endParaRPr lang="en-US"/>
        </a:p>
      </dgm:t>
    </dgm:pt>
    <dgm:pt modelId="{5B71952F-2425-4EBB-B517-DDBF5633CDE6}">
      <dgm:prSet/>
      <dgm:spPr/>
      <dgm:t>
        <a:bodyPr/>
        <a:lstStyle/>
        <a:p>
          <a:r>
            <a:rPr lang="en-GB" b="1"/>
            <a:t>Rules:</a:t>
          </a:r>
          <a:r>
            <a:rPr lang="en-GB"/>
            <a:t> </a:t>
          </a:r>
          <a:endParaRPr lang="en-US"/>
        </a:p>
      </dgm:t>
    </dgm:pt>
    <dgm:pt modelId="{DB7AF175-AD2E-4FD3-B211-DF2547A4C5AB}" type="parTrans" cxnId="{1AF4B9D8-D107-4D9B-8729-9340F3F65312}">
      <dgm:prSet/>
      <dgm:spPr/>
      <dgm:t>
        <a:bodyPr/>
        <a:lstStyle/>
        <a:p>
          <a:endParaRPr lang="en-US"/>
        </a:p>
      </dgm:t>
    </dgm:pt>
    <dgm:pt modelId="{3B1F4041-07FE-4F19-9893-695F111761D7}" type="sibTrans" cxnId="{1AF4B9D8-D107-4D9B-8729-9340F3F65312}">
      <dgm:prSet/>
      <dgm:spPr/>
      <dgm:t>
        <a:bodyPr/>
        <a:lstStyle/>
        <a:p>
          <a:endParaRPr lang="en-US"/>
        </a:p>
      </dgm:t>
    </dgm:pt>
    <dgm:pt modelId="{CAA3ACE7-06B7-42C7-8557-EB392BD10EA4}">
      <dgm:prSet/>
      <dgm:spPr/>
      <dgm:t>
        <a:bodyPr/>
        <a:lstStyle/>
        <a:p>
          <a:r>
            <a:rPr lang="en-GB"/>
            <a:t>Compute due/past_due vaccines from Rwanda schedule.</a:t>
          </a:r>
          <a:endParaRPr lang="en-US"/>
        </a:p>
      </dgm:t>
    </dgm:pt>
    <dgm:pt modelId="{317A060B-9427-4BB2-A288-C0AB66FBF6FE}" type="parTrans" cxnId="{E7A0B126-2FF9-4EEA-A254-6790BE899760}">
      <dgm:prSet/>
      <dgm:spPr/>
      <dgm:t>
        <a:bodyPr/>
        <a:lstStyle/>
        <a:p>
          <a:endParaRPr lang="en-US"/>
        </a:p>
      </dgm:t>
    </dgm:pt>
    <dgm:pt modelId="{101AD2B1-5D70-4A18-AE21-67869A5157B5}" type="sibTrans" cxnId="{E7A0B126-2FF9-4EEA-A254-6790BE899760}">
      <dgm:prSet/>
      <dgm:spPr/>
      <dgm:t>
        <a:bodyPr/>
        <a:lstStyle/>
        <a:p>
          <a:endParaRPr lang="en-US"/>
        </a:p>
      </dgm:t>
    </dgm:pt>
    <dgm:pt modelId="{A33F5413-FD9F-4FBA-B50A-624F5F343993}">
      <dgm:prSet/>
      <dgm:spPr/>
      <dgm:t>
        <a:bodyPr/>
        <a:lstStyle/>
        <a:p>
          <a:r>
            <a:rPr lang="en-GB"/>
            <a:t>Classify: Good (no overdue, done=Yes), Poor (overdue, done=No), Medium (partial).</a:t>
          </a:r>
          <a:endParaRPr lang="en-US"/>
        </a:p>
      </dgm:t>
    </dgm:pt>
    <dgm:pt modelId="{5EA1B831-BA3A-40BF-B7C2-B84990D63F70}" type="parTrans" cxnId="{90D88970-5992-404A-8336-37FABF5AE2F7}">
      <dgm:prSet/>
      <dgm:spPr/>
      <dgm:t>
        <a:bodyPr/>
        <a:lstStyle/>
        <a:p>
          <a:endParaRPr lang="en-US"/>
        </a:p>
      </dgm:t>
    </dgm:pt>
    <dgm:pt modelId="{B25EEAEA-695C-4935-B8E2-FB0C22544FB4}" type="sibTrans" cxnId="{90D88970-5992-404A-8336-37FABF5AE2F7}">
      <dgm:prSet/>
      <dgm:spPr/>
      <dgm:t>
        <a:bodyPr/>
        <a:lstStyle/>
        <a:p>
          <a:endParaRPr lang="en-US"/>
        </a:p>
      </dgm:t>
    </dgm:pt>
    <dgm:pt modelId="{75005172-2977-419F-B0AB-555A88BA321A}">
      <dgm:prSet/>
      <dgm:spPr/>
      <dgm:t>
        <a:bodyPr/>
        <a:lstStyle/>
        <a:p>
          <a:r>
            <a:rPr lang="en-GB"/>
            <a:t>Generate alerts (e.g., urgent reminder if MR1 overdue &gt;30 days).</a:t>
          </a:r>
          <a:endParaRPr lang="en-US"/>
        </a:p>
      </dgm:t>
    </dgm:pt>
    <dgm:pt modelId="{01550F45-FF67-407D-8881-663D5DDBDC8B}" type="parTrans" cxnId="{8FB35CBE-F57C-46E8-A1E4-DC06650CE221}">
      <dgm:prSet/>
      <dgm:spPr/>
      <dgm:t>
        <a:bodyPr/>
        <a:lstStyle/>
        <a:p>
          <a:endParaRPr lang="en-US"/>
        </a:p>
      </dgm:t>
    </dgm:pt>
    <dgm:pt modelId="{36CEC455-2B4E-420E-B9A6-88B13DC166E3}" type="sibTrans" cxnId="{8FB35CBE-F57C-46E8-A1E4-DC06650CE221}">
      <dgm:prSet/>
      <dgm:spPr/>
      <dgm:t>
        <a:bodyPr/>
        <a:lstStyle/>
        <a:p>
          <a:endParaRPr lang="en-US"/>
        </a:p>
      </dgm:t>
    </dgm:pt>
    <dgm:pt modelId="{D3B2233B-0E42-4E0E-8EF0-7F848C7C5E6B}">
      <dgm:prSet/>
      <dgm:spPr/>
      <dgm:t>
        <a:bodyPr/>
        <a:lstStyle/>
        <a:p>
          <a:r>
            <a:rPr lang="en-US"/>
            <a:t>Progress: Logic implemented and integrated; achieves 100% accuracy on test data.</a:t>
          </a:r>
        </a:p>
      </dgm:t>
    </dgm:pt>
    <dgm:pt modelId="{AC44CC35-8F7F-436D-A8B1-DE824A3FC051}" type="parTrans" cxnId="{B9543BFF-9FE3-4276-97B0-4C2B597B6CDC}">
      <dgm:prSet/>
      <dgm:spPr/>
      <dgm:t>
        <a:bodyPr/>
        <a:lstStyle/>
        <a:p>
          <a:endParaRPr lang="en-US"/>
        </a:p>
      </dgm:t>
    </dgm:pt>
    <dgm:pt modelId="{9EF191FB-3D6B-4BF9-B83A-F8B36E50BFE5}" type="sibTrans" cxnId="{B9543BFF-9FE3-4276-97B0-4C2B597B6CDC}">
      <dgm:prSet/>
      <dgm:spPr/>
      <dgm:t>
        <a:bodyPr/>
        <a:lstStyle/>
        <a:p>
          <a:endParaRPr lang="en-US"/>
        </a:p>
      </dgm:t>
    </dgm:pt>
    <dgm:pt modelId="{536ABE09-0EBD-4F3C-87C3-3E416240CB9E}">
      <dgm:prSet/>
      <dgm:spPr/>
      <dgm:t>
        <a:bodyPr/>
        <a:lstStyle/>
        <a:p>
          <a:r>
            <a:rPr lang="en-US" b="1"/>
            <a:t>Why Rules?</a:t>
          </a:r>
          <a:r>
            <a:rPr lang="en-US"/>
            <a:t> Deterministic; ML overkill and less interpretable.</a:t>
          </a:r>
        </a:p>
      </dgm:t>
    </dgm:pt>
    <dgm:pt modelId="{A626DAD5-8B3C-4153-AC84-ABD5354A1F09}" type="parTrans" cxnId="{A5D2EF9D-C5CB-4528-A0A1-1BDCBCF7FF11}">
      <dgm:prSet/>
      <dgm:spPr/>
      <dgm:t>
        <a:bodyPr/>
        <a:lstStyle/>
        <a:p>
          <a:endParaRPr lang="en-US"/>
        </a:p>
      </dgm:t>
    </dgm:pt>
    <dgm:pt modelId="{BF6D6106-CB80-46A8-9622-8278DA851F32}" type="sibTrans" cxnId="{A5D2EF9D-C5CB-4528-A0A1-1BDCBCF7FF11}">
      <dgm:prSet/>
      <dgm:spPr/>
      <dgm:t>
        <a:bodyPr/>
        <a:lstStyle/>
        <a:p>
          <a:endParaRPr lang="en-US"/>
        </a:p>
      </dgm:t>
    </dgm:pt>
    <dgm:pt modelId="{CC058F33-B640-4EF4-8FDE-F79B091E1330}" type="pres">
      <dgm:prSet presAssocID="{41AD5222-2CDF-4B53-945A-6C608CFCC113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E871DB66-8E4A-4B56-864C-26C2C34B81E7}" type="pres">
      <dgm:prSet presAssocID="{9CE0698B-2BA2-4333-9C36-EAB081E881A0}" presName="hierRoot1" presStyleCnt="0">
        <dgm:presLayoutVars>
          <dgm:hierBranch val="init"/>
        </dgm:presLayoutVars>
      </dgm:prSet>
      <dgm:spPr/>
    </dgm:pt>
    <dgm:pt modelId="{24A005F8-80D1-484B-80BC-141E3EB81C4A}" type="pres">
      <dgm:prSet presAssocID="{9CE0698B-2BA2-4333-9C36-EAB081E881A0}" presName="rootComposite1" presStyleCnt="0"/>
      <dgm:spPr/>
    </dgm:pt>
    <dgm:pt modelId="{0E49C88A-B854-4485-8446-6DD445B65AFD}" type="pres">
      <dgm:prSet presAssocID="{9CE0698B-2BA2-4333-9C36-EAB081E881A0}" presName="rootText1" presStyleLbl="node0" presStyleIdx="0" presStyleCnt="4">
        <dgm:presLayoutVars>
          <dgm:chPref val="3"/>
        </dgm:presLayoutVars>
      </dgm:prSet>
      <dgm:spPr/>
    </dgm:pt>
    <dgm:pt modelId="{CBEE019B-AF76-459A-955E-626D750F27DA}" type="pres">
      <dgm:prSet presAssocID="{9CE0698B-2BA2-4333-9C36-EAB081E881A0}" presName="rootConnector1" presStyleLbl="node1" presStyleIdx="0" presStyleCnt="0"/>
      <dgm:spPr/>
    </dgm:pt>
    <dgm:pt modelId="{08792BFC-3F95-4500-BED0-EE41D443CBA0}" type="pres">
      <dgm:prSet presAssocID="{9CE0698B-2BA2-4333-9C36-EAB081E881A0}" presName="hierChild2" presStyleCnt="0"/>
      <dgm:spPr/>
    </dgm:pt>
    <dgm:pt modelId="{DF4920E7-9E7B-4717-B506-FFF47FBCDB20}" type="pres">
      <dgm:prSet presAssocID="{9CE0698B-2BA2-4333-9C36-EAB081E881A0}" presName="hierChild3" presStyleCnt="0"/>
      <dgm:spPr/>
    </dgm:pt>
    <dgm:pt modelId="{47A2CD6F-8D62-4A8A-993C-DF94745B1AC4}" type="pres">
      <dgm:prSet presAssocID="{5B71952F-2425-4EBB-B517-DDBF5633CDE6}" presName="hierRoot1" presStyleCnt="0">
        <dgm:presLayoutVars>
          <dgm:hierBranch val="init"/>
        </dgm:presLayoutVars>
      </dgm:prSet>
      <dgm:spPr/>
    </dgm:pt>
    <dgm:pt modelId="{D23550BB-23C5-403C-AC67-2C4557368FA0}" type="pres">
      <dgm:prSet presAssocID="{5B71952F-2425-4EBB-B517-DDBF5633CDE6}" presName="rootComposite1" presStyleCnt="0"/>
      <dgm:spPr/>
    </dgm:pt>
    <dgm:pt modelId="{10CEF076-59D5-43D0-A542-7FD1833C7F13}" type="pres">
      <dgm:prSet presAssocID="{5B71952F-2425-4EBB-B517-DDBF5633CDE6}" presName="rootText1" presStyleLbl="node0" presStyleIdx="1" presStyleCnt="4">
        <dgm:presLayoutVars>
          <dgm:chPref val="3"/>
        </dgm:presLayoutVars>
      </dgm:prSet>
      <dgm:spPr/>
    </dgm:pt>
    <dgm:pt modelId="{CA4644B1-D687-42D5-A00B-38740FCC1488}" type="pres">
      <dgm:prSet presAssocID="{5B71952F-2425-4EBB-B517-DDBF5633CDE6}" presName="rootConnector1" presStyleLbl="node1" presStyleIdx="0" presStyleCnt="0"/>
      <dgm:spPr/>
    </dgm:pt>
    <dgm:pt modelId="{9B1EE8F7-7634-40D8-B3F9-FA9B10B10AA2}" type="pres">
      <dgm:prSet presAssocID="{5B71952F-2425-4EBB-B517-DDBF5633CDE6}" presName="hierChild2" presStyleCnt="0"/>
      <dgm:spPr/>
    </dgm:pt>
    <dgm:pt modelId="{C102633F-59B5-45B0-8826-0B11F6E9E4BB}" type="pres">
      <dgm:prSet presAssocID="{317A060B-9427-4BB2-A288-C0AB66FBF6FE}" presName="Name64" presStyleLbl="parChTrans1D2" presStyleIdx="0" presStyleCnt="3"/>
      <dgm:spPr/>
    </dgm:pt>
    <dgm:pt modelId="{57F9B8F1-0166-44DF-B7EC-E4FDCFDF8619}" type="pres">
      <dgm:prSet presAssocID="{CAA3ACE7-06B7-42C7-8557-EB392BD10EA4}" presName="hierRoot2" presStyleCnt="0">
        <dgm:presLayoutVars>
          <dgm:hierBranch val="init"/>
        </dgm:presLayoutVars>
      </dgm:prSet>
      <dgm:spPr/>
    </dgm:pt>
    <dgm:pt modelId="{B969397E-F448-48A1-B1AA-7EB26C3D94ED}" type="pres">
      <dgm:prSet presAssocID="{CAA3ACE7-06B7-42C7-8557-EB392BD10EA4}" presName="rootComposite" presStyleCnt="0"/>
      <dgm:spPr/>
    </dgm:pt>
    <dgm:pt modelId="{A642F641-B05D-465A-AC3C-A12C9100A3AB}" type="pres">
      <dgm:prSet presAssocID="{CAA3ACE7-06B7-42C7-8557-EB392BD10EA4}" presName="rootText" presStyleLbl="node2" presStyleIdx="0" presStyleCnt="3">
        <dgm:presLayoutVars>
          <dgm:chPref val="3"/>
        </dgm:presLayoutVars>
      </dgm:prSet>
      <dgm:spPr/>
    </dgm:pt>
    <dgm:pt modelId="{EEED1523-D2E5-46BC-BCF4-9D4606DFC665}" type="pres">
      <dgm:prSet presAssocID="{CAA3ACE7-06B7-42C7-8557-EB392BD10EA4}" presName="rootConnector" presStyleLbl="node2" presStyleIdx="0" presStyleCnt="3"/>
      <dgm:spPr/>
    </dgm:pt>
    <dgm:pt modelId="{597BB770-CE1A-48B8-A542-9B5730DDA88D}" type="pres">
      <dgm:prSet presAssocID="{CAA3ACE7-06B7-42C7-8557-EB392BD10EA4}" presName="hierChild4" presStyleCnt="0"/>
      <dgm:spPr/>
    </dgm:pt>
    <dgm:pt modelId="{1C96EBA1-ECAD-4DD1-AE34-4A1D7A5B6CF4}" type="pres">
      <dgm:prSet presAssocID="{CAA3ACE7-06B7-42C7-8557-EB392BD10EA4}" presName="hierChild5" presStyleCnt="0"/>
      <dgm:spPr/>
    </dgm:pt>
    <dgm:pt modelId="{32649FAA-ADEA-466D-B694-1437DBA6B2A1}" type="pres">
      <dgm:prSet presAssocID="{5EA1B831-BA3A-40BF-B7C2-B84990D63F70}" presName="Name64" presStyleLbl="parChTrans1D2" presStyleIdx="1" presStyleCnt="3"/>
      <dgm:spPr/>
    </dgm:pt>
    <dgm:pt modelId="{9CADAF9E-5BCE-4676-9904-9F2F3FEBA7F6}" type="pres">
      <dgm:prSet presAssocID="{A33F5413-FD9F-4FBA-B50A-624F5F343993}" presName="hierRoot2" presStyleCnt="0">
        <dgm:presLayoutVars>
          <dgm:hierBranch val="init"/>
        </dgm:presLayoutVars>
      </dgm:prSet>
      <dgm:spPr/>
    </dgm:pt>
    <dgm:pt modelId="{756F99F3-EEE1-4A7C-BFF5-DC126AF86BE2}" type="pres">
      <dgm:prSet presAssocID="{A33F5413-FD9F-4FBA-B50A-624F5F343993}" presName="rootComposite" presStyleCnt="0"/>
      <dgm:spPr/>
    </dgm:pt>
    <dgm:pt modelId="{86426227-41AE-4E85-BC41-BC0E73F72E53}" type="pres">
      <dgm:prSet presAssocID="{A33F5413-FD9F-4FBA-B50A-624F5F343993}" presName="rootText" presStyleLbl="node2" presStyleIdx="1" presStyleCnt="3">
        <dgm:presLayoutVars>
          <dgm:chPref val="3"/>
        </dgm:presLayoutVars>
      </dgm:prSet>
      <dgm:spPr/>
    </dgm:pt>
    <dgm:pt modelId="{1CC070A5-1272-4993-8F17-9ACD1517BC72}" type="pres">
      <dgm:prSet presAssocID="{A33F5413-FD9F-4FBA-B50A-624F5F343993}" presName="rootConnector" presStyleLbl="node2" presStyleIdx="1" presStyleCnt="3"/>
      <dgm:spPr/>
    </dgm:pt>
    <dgm:pt modelId="{E65ED507-6B8B-4FF2-B663-1FB74640527D}" type="pres">
      <dgm:prSet presAssocID="{A33F5413-FD9F-4FBA-B50A-624F5F343993}" presName="hierChild4" presStyleCnt="0"/>
      <dgm:spPr/>
    </dgm:pt>
    <dgm:pt modelId="{567B055E-BD49-458E-B9B9-99ECED22E4F2}" type="pres">
      <dgm:prSet presAssocID="{A33F5413-FD9F-4FBA-B50A-624F5F343993}" presName="hierChild5" presStyleCnt="0"/>
      <dgm:spPr/>
    </dgm:pt>
    <dgm:pt modelId="{585C998A-DEF5-4C3D-A71D-796FEF614DDC}" type="pres">
      <dgm:prSet presAssocID="{01550F45-FF67-407D-8881-663D5DDBDC8B}" presName="Name64" presStyleLbl="parChTrans1D2" presStyleIdx="2" presStyleCnt="3"/>
      <dgm:spPr/>
    </dgm:pt>
    <dgm:pt modelId="{9DF4290C-6575-4F8B-B4D9-6B5B3E0839BB}" type="pres">
      <dgm:prSet presAssocID="{75005172-2977-419F-B0AB-555A88BA321A}" presName="hierRoot2" presStyleCnt="0">
        <dgm:presLayoutVars>
          <dgm:hierBranch val="init"/>
        </dgm:presLayoutVars>
      </dgm:prSet>
      <dgm:spPr/>
    </dgm:pt>
    <dgm:pt modelId="{00909545-1146-4567-B5C3-D1BDC522BB76}" type="pres">
      <dgm:prSet presAssocID="{75005172-2977-419F-B0AB-555A88BA321A}" presName="rootComposite" presStyleCnt="0"/>
      <dgm:spPr/>
    </dgm:pt>
    <dgm:pt modelId="{35FAD17D-8E13-456A-A68A-71703F4CE06B}" type="pres">
      <dgm:prSet presAssocID="{75005172-2977-419F-B0AB-555A88BA321A}" presName="rootText" presStyleLbl="node2" presStyleIdx="2" presStyleCnt="3">
        <dgm:presLayoutVars>
          <dgm:chPref val="3"/>
        </dgm:presLayoutVars>
      </dgm:prSet>
      <dgm:spPr/>
    </dgm:pt>
    <dgm:pt modelId="{BFBE4F4E-EAF7-4251-BFB8-5A860FB5CD9B}" type="pres">
      <dgm:prSet presAssocID="{75005172-2977-419F-B0AB-555A88BA321A}" presName="rootConnector" presStyleLbl="node2" presStyleIdx="2" presStyleCnt="3"/>
      <dgm:spPr/>
    </dgm:pt>
    <dgm:pt modelId="{7E5DF59D-9EB6-479A-8396-C2DA6B8614F9}" type="pres">
      <dgm:prSet presAssocID="{75005172-2977-419F-B0AB-555A88BA321A}" presName="hierChild4" presStyleCnt="0"/>
      <dgm:spPr/>
    </dgm:pt>
    <dgm:pt modelId="{5C3D6D1C-85A8-481C-A5E6-90EDB48552D7}" type="pres">
      <dgm:prSet presAssocID="{75005172-2977-419F-B0AB-555A88BA321A}" presName="hierChild5" presStyleCnt="0"/>
      <dgm:spPr/>
    </dgm:pt>
    <dgm:pt modelId="{770E9DAA-9A06-4BD6-B786-C1C9B2D48079}" type="pres">
      <dgm:prSet presAssocID="{5B71952F-2425-4EBB-B517-DDBF5633CDE6}" presName="hierChild3" presStyleCnt="0"/>
      <dgm:spPr/>
    </dgm:pt>
    <dgm:pt modelId="{E692CE53-EC46-44CB-8BA0-60BD6AE172A3}" type="pres">
      <dgm:prSet presAssocID="{D3B2233B-0E42-4E0E-8EF0-7F848C7C5E6B}" presName="hierRoot1" presStyleCnt="0">
        <dgm:presLayoutVars>
          <dgm:hierBranch val="init"/>
        </dgm:presLayoutVars>
      </dgm:prSet>
      <dgm:spPr/>
    </dgm:pt>
    <dgm:pt modelId="{693C88AA-5ED2-456F-A5EE-219DD70D1FB5}" type="pres">
      <dgm:prSet presAssocID="{D3B2233B-0E42-4E0E-8EF0-7F848C7C5E6B}" presName="rootComposite1" presStyleCnt="0"/>
      <dgm:spPr/>
    </dgm:pt>
    <dgm:pt modelId="{4C5C7849-59EB-4F1E-8E15-FD133CB98441}" type="pres">
      <dgm:prSet presAssocID="{D3B2233B-0E42-4E0E-8EF0-7F848C7C5E6B}" presName="rootText1" presStyleLbl="node0" presStyleIdx="2" presStyleCnt="4">
        <dgm:presLayoutVars>
          <dgm:chPref val="3"/>
        </dgm:presLayoutVars>
      </dgm:prSet>
      <dgm:spPr/>
    </dgm:pt>
    <dgm:pt modelId="{4489EFE9-7F7E-4D00-80A7-F6F0BD6D4B81}" type="pres">
      <dgm:prSet presAssocID="{D3B2233B-0E42-4E0E-8EF0-7F848C7C5E6B}" presName="rootConnector1" presStyleLbl="node1" presStyleIdx="0" presStyleCnt="0"/>
      <dgm:spPr/>
    </dgm:pt>
    <dgm:pt modelId="{95DF0F93-7708-4F74-8204-C9DF68F6B9EA}" type="pres">
      <dgm:prSet presAssocID="{D3B2233B-0E42-4E0E-8EF0-7F848C7C5E6B}" presName="hierChild2" presStyleCnt="0"/>
      <dgm:spPr/>
    </dgm:pt>
    <dgm:pt modelId="{9A25D33C-6859-4EDC-B9D2-F18935FFA388}" type="pres">
      <dgm:prSet presAssocID="{D3B2233B-0E42-4E0E-8EF0-7F848C7C5E6B}" presName="hierChild3" presStyleCnt="0"/>
      <dgm:spPr/>
    </dgm:pt>
    <dgm:pt modelId="{61E4CFF3-6959-44C2-B618-FD3B4E65348E}" type="pres">
      <dgm:prSet presAssocID="{536ABE09-0EBD-4F3C-87C3-3E416240CB9E}" presName="hierRoot1" presStyleCnt="0">
        <dgm:presLayoutVars>
          <dgm:hierBranch val="init"/>
        </dgm:presLayoutVars>
      </dgm:prSet>
      <dgm:spPr/>
    </dgm:pt>
    <dgm:pt modelId="{F1E188AD-1927-470D-A4D2-956ED1D98F95}" type="pres">
      <dgm:prSet presAssocID="{536ABE09-0EBD-4F3C-87C3-3E416240CB9E}" presName="rootComposite1" presStyleCnt="0"/>
      <dgm:spPr/>
    </dgm:pt>
    <dgm:pt modelId="{0AB25EDD-B41B-47CB-957F-984D0337D1AA}" type="pres">
      <dgm:prSet presAssocID="{536ABE09-0EBD-4F3C-87C3-3E416240CB9E}" presName="rootText1" presStyleLbl="node0" presStyleIdx="3" presStyleCnt="4">
        <dgm:presLayoutVars>
          <dgm:chPref val="3"/>
        </dgm:presLayoutVars>
      </dgm:prSet>
      <dgm:spPr/>
    </dgm:pt>
    <dgm:pt modelId="{9B4EACD3-C107-4880-BDA5-A1D554E7636F}" type="pres">
      <dgm:prSet presAssocID="{536ABE09-0EBD-4F3C-87C3-3E416240CB9E}" presName="rootConnector1" presStyleLbl="node1" presStyleIdx="0" presStyleCnt="0"/>
      <dgm:spPr/>
    </dgm:pt>
    <dgm:pt modelId="{CB9B9A65-0DE9-4972-A336-91EE24E89172}" type="pres">
      <dgm:prSet presAssocID="{536ABE09-0EBD-4F3C-87C3-3E416240CB9E}" presName="hierChild2" presStyleCnt="0"/>
      <dgm:spPr/>
    </dgm:pt>
    <dgm:pt modelId="{6F018F7B-A5F2-4BE0-8E49-FDC310709FD6}" type="pres">
      <dgm:prSet presAssocID="{536ABE09-0EBD-4F3C-87C3-3E416240CB9E}" presName="hierChild3" presStyleCnt="0"/>
      <dgm:spPr/>
    </dgm:pt>
  </dgm:ptLst>
  <dgm:cxnLst>
    <dgm:cxn modelId="{1A460B05-912C-4AF5-841E-D3FE8DD835EE}" type="presOf" srcId="{CAA3ACE7-06B7-42C7-8557-EB392BD10EA4}" destId="{EEED1523-D2E5-46BC-BCF4-9D4606DFC665}" srcOrd="1" destOrd="0" presId="urn:microsoft.com/office/officeart/2009/3/layout/HorizontalOrganizationChart"/>
    <dgm:cxn modelId="{05D44F0C-BD6D-498B-ABC2-B82F69219A00}" type="presOf" srcId="{75005172-2977-419F-B0AB-555A88BA321A}" destId="{BFBE4F4E-EAF7-4251-BFB8-5A860FB5CD9B}" srcOrd="1" destOrd="0" presId="urn:microsoft.com/office/officeart/2009/3/layout/HorizontalOrganizationChart"/>
    <dgm:cxn modelId="{EAEEE20F-196D-4C4E-9195-380BF18ECAED}" type="presOf" srcId="{9CE0698B-2BA2-4333-9C36-EAB081E881A0}" destId="{0E49C88A-B854-4485-8446-6DD445B65AFD}" srcOrd="0" destOrd="0" presId="urn:microsoft.com/office/officeart/2009/3/layout/HorizontalOrganizationChart"/>
    <dgm:cxn modelId="{F6169A16-E565-4FF3-8DE2-D8595E5D6DB5}" type="presOf" srcId="{CAA3ACE7-06B7-42C7-8557-EB392BD10EA4}" destId="{A642F641-B05D-465A-AC3C-A12C9100A3AB}" srcOrd="0" destOrd="0" presId="urn:microsoft.com/office/officeart/2009/3/layout/HorizontalOrganizationChart"/>
    <dgm:cxn modelId="{493C5218-B95A-4FAA-A078-55739160AE6F}" srcId="{41AD5222-2CDF-4B53-945A-6C608CFCC113}" destId="{9CE0698B-2BA2-4333-9C36-EAB081E881A0}" srcOrd="0" destOrd="0" parTransId="{87A30817-0FEB-46A7-B27C-18BEBD2DD2F2}" sibTransId="{FACE1202-97DD-49A7-8631-3A727D75BF3B}"/>
    <dgm:cxn modelId="{E85DAC1B-2F09-4DC0-A57F-AF6792A4DB18}" type="presOf" srcId="{5B71952F-2425-4EBB-B517-DDBF5633CDE6}" destId="{10CEF076-59D5-43D0-A542-7FD1833C7F13}" srcOrd="0" destOrd="0" presId="urn:microsoft.com/office/officeart/2009/3/layout/HorizontalOrganizationChart"/>
    <dgm:cxn modelId="{758F081D-47B3-4EFB-AFDA-5824FB0E6887}" type="presOf" srcId="{A33F5413-FD9F-4FBA-B50A-624F5F343993}" destId="{86426227-41AE-4E85-BC41-BC0E73F72E53}" srcOrd="0" destOrd="0" presId="urn:microsoft.com/office/officeart/2009/3/layout/HorizontalOrganizationChart"/>
    <dgm:cxn modelId="{A8C25525-BE0A-4763-81FE-2CEF5A53AA41}" type="presOf" srcId="{75005172-2977-419F-B0AB-555A88BA321A}" destId="{35FAD17D-8E13-456A-A68A-71703F4CE06B}" srcOrd="0" destOrd="0" presId="urn:microsoft.com/office/officeart/2009/3/layout/HorizontalOrganizationChart"/>
    <dgm:cxn modelId="{E7A0B126-2FF9-4EEA-A254-6790BE899760}" srcId="{5B71952F-2425-4EBB-B517-DDBF5633CDE6}" destId="{CAA3ACE7-06B7-42C7-8557-EB392BD10EA4}" srcOrd="0" destOrd="0" parTransId="{317A060B-9427-4BB2-A288-C0AB66FBF6FE}" sibTransId="{101AD2B1-5D70-4A18-AE21-67869A5157B5}"/>
    <dgm:cxn modelId="{420AFD26-8E53-403A-B66A-4E0005ECD022}" type="presOf" srcId="{536ABE09-0EBD-4F3C-87C3-3E416240CB9E}" destId="{9B4EACD3-C107-4880-BDA5-A1D554E7636F}" srcOrd="1" destOrd="0" presId="urn:microsoft.com/office/officeart/2009/3/layout/HorizontalOrganizationChart"/>
    <dgm:cxn modelId="{90D88970-5992-404A-8336-37FABF5AE2F7}" srcId="{5B71952F-2425-4EBB-B517-DDBF5633CDE6}" destId="{A33F5413-FD9F-4FBA-B50A-624F5F343993}" srcOrd="1" destOrd="0" parTransId="{5EA1B831-BA3A-40BF-B7C2-B84990D63F70}" sibTransId="{B25EEAEA-695C-4935-B8E2-FB0C22544FB4}"/>
    <dgm:cxn modelId="{6569FB52-4038-4CDD-B2DA-B664F5BE2B51}" type="presOf" srcId="{D3B2233B-0E42-4E0E-8EF0-7F848C7C5E6B}" destId="{4489EFE9-7F7E-4D00-80A7-F6F0BD6D4B81}" srcOrd="1" destOrd="0" presId="urn:microsoft.com/office/officeart/2009/3/layout/HorizontalOrganizationChart"/>
    <dgm:cxn modelId="{BFE2A554-269F-4ACB-A289-99052E0D642C}" type="presOf" srcId="{5EA1B831-BA3A-40BF-B7C2-B84990D63F70}" destId="{32649FAA-ADEA-466D-B694-1437DBA6B2A1}" srcOrd="0" destOrd="0" presId="urn:microsoft.com/office/officeart/2009/3/layout/HorizontalOrganizationChart"/>
    <dgm:cxn modelId="{EC65DC55-710F-4704-ACA7-695DD2491E30}" type="presOf" srcId="{41AD5222-2CDF-4B53-945A-6C608CFCC113}" destId="{CC058F33-B640-4EF4-8FDE-F79B091E1330}" srcOrd="0" destOrd="0" presId="urn:microsoft.com/office/officeart/2009/3/layout/HorizontalOrganizationChart"/>
    <dgm:cxn modelId="{F66EAB7F-BBB5-4039-B363-BF54095F65A5}" type="presOf" srcId="{01550F45-FF67-407D-8881-663D5DDBDC8B}" destId="{585C998A-DEF5-4C3D-A71D-796FEF614DDC}" srcOrd="0" destOrd="0" presId="urn:microsoft.com/office/officeart/2009/3/layout/HorizontalOrganizationChart"/>
    <dgm:cxn modelId="{B5FF7D83-C0E3-4EB2-83E1-73D9E8E9B535}" type="presOf" srcId="{D3B2233B-0E42-4E0E-8EF0-7F848C7C5E6B}" destId="{4C5C7849-59EB-4F1E-8E15-FD133CB98441}" srcOrd="0" destOrd="0" presId="urn:microsoft.com/office/officeart/2009/3/layout/HorizontalOrganizationChart"/>
    <dgm:cxn modelId="{4ADD188F-FD1D-40BD-813F-A6DFD593E6D4}" type="presOf" srcId="{317A060B-9427-4BB2-A288-C0AB66FBF6FE}" destId="{C102633F-59B5-45B0-8826-0B11F6E9E4BB}" srcOrd="0" destOrd="0" presId="urn:microsoft.com/office/officeart/2009/3/layout/HorizontalOrganizationChart"/>
    <dgm:cxn modelId="{A5D2EF9D-C5CB-4528-A0A1-1BDCBCF7FF11}" srcId="{41AD5222-2CDF-4B53-945A-6C608CFCC113}" destId="{536ABE09-0EBD-4F3C-87C3-3E416240CB9E}" srcOrd="3" destOrd="0" parTransId="{A626DAD5-8B3C-4153-AC84-ABD5354A1F09}" sibTransId="{BF6D6106-CB80-46A8-9622-8278DA851F32}"/>
    <dgm:cxn modelId="{23C8C19F-A511-49C0-8B8A-26ECF1EBC57C}" type="presOf" srcId="{9CE0698B-2BA2-4333-9C36-EAB081E881A0}" destId="{CBEE019B-AF76-459A-955E-626D750F27DA}" srcOrd="1" destOrd="0" presId="urn:microsoft.com/office/officeart/2009/3/layout/HorizontalOrganizationChart"/>
    <dgm:cxn modelId="{CE5470B4-2EEE-4318-A2D2-90DE31E04A57}" type="presOf" srcId="{5B71952F-2425-4EBB-B517-DDBF5633CDE6}" destId="{CA4644B1-D687-42D5-A00B-38740FCC1488}" srcOrd="1" destOrd="0" presId="urn:microsoft.com/office/officeart/2009/3/layout/HorizontalOrganizationChart"/>
    <dgm:cxn modelId="{8FB35CBE-F57C-46E8-A1E4-DC06650CE221}" srcId="{5B71952F-2425-4EBB-B517-DDBF5633CDE6}" destId="{75005172-2977-419F-B0AB-555A88BA321A}" srcOrd="2" destOrd="0" parTransId="{01550F45-FF67-407D-8881-663D5DDBDC8B}" sibTransId="{36CEC455-2B4E-420E-B9A6-88B13DC166E3}"/>
    <dgm:cxn modelId="{71A8F3D5-BFDE-4140-9EEE-F0596D1E6ECE}" type="presOf" srcId="{536ABE09-0EBD-4F3C-87C3-3E416240CB9E}" destId="{0AB25EDD-B41B-47CB-957F-984D0337D1AA}" srcOrd="0" destOrd="0" presId="urn:microsoft.com/office/officeart/2009/3/layout/HorizontalOrganizationChart"/>
    <dgm:cxn modelId="{1AF4B9D8-D107-4D9B-8729-9340F3F65312}" srcId="{41AD5222-2CDF-4B53-945A-6C608CFCC113}" destId="{5B71952F-2425-4EBB-B517-DDBF5633CDE6}" srcOrd="1" destOrd="0" parTransId="{DB7AF175-AD2E-4FD3-B211-DF2547A4C5AB}" sibTransId="{3B1F4041-07FE-4F19-9893-695F111761D7}"/>
    <dgm:cxn modelId="{2F6A65FA-17F6-41BB-91FD-16F1E91315CB}" type="presOf" srcId="{A33F5413-FD9F-4FBA-B50A-624F5F343993}" destId="{1CC070A5-1272-4993-8F17-9ACD1517BC72}" srcOrd="1" destOrd="0" presId="urn:microsoft.com/office/officeart/2009/3/layout/HorizontalOrganizationChart"/>
    <dgm:cxn modelId="{B9543BFF-9FE3-4276-97B0-4C2B597B6CDC}" srcId="{41AD5222-2CDF-4B53-945A-6C608CFCC113}" destId="{D3B2233B-0E42-4E0E-8EF0-7F848C7C5E6B}" srcOrd="2" destOrd="0" parTransId="{AC44CC35-8F7F-436D-A8B1-DE824A3FC051}" sibTransId="{9EF191FB-3D6B-4BF9-B83A-F8B36E50BFE5}"/>
    <dgm:cxn modelId="{41FB8AB3-DC1F-4E5F-9077-EE979857338D}" type="presParOf" srcId="{CC058F33-B640-4EF4-8FDE-F79B091E1330}" destId="{E871DB66-8E4A-4B56-864C-26C2C34B81E7}" srcOrd="0" destOrd="0" presId="urn:microsoft.com/office/officeart/2009/3/layout/HorizontalOrganizationChart"/>
    <dgm:cxn modelId="{BADA07B7-0527-4DA8-82E6-2D46274354FA}" type="presParOf" srcId="{E871DB66-8E4A-4B56-864C-26C2C34B81E7}" destId="{24A005F8-80D1-484B-80BC-141E3EB81C4A}" srcOrd="0" destOrd="0" presId="urn:microsoft.com/office/officeart/2009/3/layout/HorizontalOrganizationChart"/>
    <dgm:cxn modelId="{BFF71B6D-388C-44CE-95B1-3E1D534B60CF}" type="presParOf" srcId="{24A005F8-80D1-484B-80BC-141E3EB81C4A}" destId="{0E49C88A-B854-4485-8446-6DD445B65AFD}" srcOrd="0" destOrd="0" presId="urn:microsoft.com/office/officeart/2009/3/layout/HorizontalOrganizationChart"/>
    <dgm:cxn modelId="{2E5475C7-CFAA-4EA6-8C81-C8361A1FDFE0}" type="presParOf" srcId="{24A005F8-80D1-484B-80BC-141E3EB81C4A}" destId="{CBEE019B-AF76-459A-955E-626D750F27DA}" srcOrd="1" destOrd="0" presId="urn:microsoft.com/office/officeart/2009/3/layout/HorizontalOrganizationChart"/>
    <dgm:cxn modelId="{42874412-74D9-4351-B5A3-A111B345F822}" type="presParOf" srcId="{E871DB66-8E4A-4B56-864C-26C2C34B81E7}" destId="{08792BFC-3F95-4500-BED0-EE41D443CBA0}" srcOrd="1" destOrd="0" presId="urn:microsoft.com/office/officeart/2009/3/layout/HorizontalOrganizationChart"/>
    <dgm:cxn modelId="{A1495BB7-FF0C-4F6C-9ACC-67F0EE357F0D}" type="presParOf" srcId="{E871DB66-8E4A-4B56-864C-26C2C34B81E7}" destId="{DF4920E7-9E7B-4717-B506-FFF47FBCDB20}" srcOrd="2" destOrd="0" presId="urn:microsoft.com/office/officeart/2009/3/layout/HorizontalOrganizationChart"/>
    <dgm:cxn modelId="{44A47A92-96F5-49B1-B944-CAF2E0D53662}" type="presParOf" srcId="{CC058F33-B640-4EF4-8FDE-F79B091E1330}" destId="{47A2CD6F-8D62-4A8A-993C-DF94745B1AC4}" srcOrd="1" destOrd="0" presId="urn:microsoft.com/office/officeart/2009/3/layout/HorizontalOrganizationChart"/>
    <dgm:cxn modelId="{AED805E1-DFE7-43BE-A51A-B39E660ED84B}" type="presParOf" srcId="{47A2CD6F-8D62-4A8A-993C-DF94745B1AC4}" destId="{D23550BB-23C5-403C-AC67-2C4557368FA0}" srcOrd="0" destOrd="0" presId="urn:microsoft.com/office/officeart/2009/3/layout/HorizontalOrganizationChart"/>
    <dgm:cxn modelId="{543BEEC5-033A-4059-BC2A-E9194B7CB323}" type="presParOf" srcId="{D23550BB-23C5-403C-AC67-2C4557368FA0}" destId="{10CEF076-59D5-43D0-A542-7FD1833C7F13}" srcOrd="0" destOrd="0" presId="urn:microsoft.com/office/officeart/2009/3/layout/HorizontalOrganizationChart"/>
    <dgm:cxn modelId="{98ECE6D1-C07D-4A4F-9F61-5E14503774D7}" type="presParOf" srcId="{D23550BB-23C5-403C-AC67-2C4557368FA0}" destId="{CA4644B1-D687-42D5-A00B-38740FCC1488}" srcOrd="1" destOrd="0" presId="urn:microsoft.com/office/officeart/2009/3/layout/HorizontalOrganizationChart"/>
    <dgm:cxn modelId="{2E0364FF-EBC3-4467-926A-1DF3C01D9869}" type="presParOf" srcId="{47A2CD6F-8D62-4A8A-993C-DF94745B1AC4}" destId="{9B1EE8F7-7634-40D8-B3F9-FA9B10B10AA2}" srcOrd="1" destOrd="0" presId="urn:microsoft.com/office/officeart/2009/3/layout/HorizontalOrganizationChart"/>
    <dgm:cxn modelId="{1D539F30-9FEF-4CF9-B21B-18E8C859EFD4}" type="presParOf" srcId="{9B1EE8F7-7634-40D8-B3F9-FA9B10B10AA2}" destId="{C102633F-59B5-45B0-8826-0B11F6E9E4BB}" srcOrd="0" destOrd="0" presId="urn:microsoft.com/office/officeart/2009/3/layout/HorizontalOrganizationChart"/>
    <dgm:cxn modelId="{7C86564F-6CF6-4F23-8700-5C7BB12810A7}" type="presParOf" srcId="{9B1EE8F7-7634-40D8-B3F9-FA9B10B10AA2}" destId="{57F9B8F1-0166-44DF-B7EC-E4FDCFDF8619}" srcOrd="1" destOrd="0" presId="urn:microsoft.com/office/officeart/2009/3/layout/HorizontalOrganizationChart"/>
    <dgm:cxn modelId="{9FD7173D-64DF-4907-A15A-632791E05DE0}" type="presParOf" srcId="{57F9B8F1-0166-44DF-B7EC-E4FDCFDF8619}" destId="{B969397E-F448-48A1-B1AA-7EB26C3D94ED}" srcOrd="0" destOrd="0" presId="urn:microsoft.com/office/officeart/2009/3/layout/HorizontalOrganizationChart"/>
    <dgm:cxn modelId="{AD921191-C29C-434E-B42E-4BB1CA66D7A6}" type="presParOf" srcId="{B969397E-F448-48A1-B1AA-7EB26C3D94ED}" destId="{A642F641-B05D-465A-AC3C-A12C9100A3AB}" srcOrd="0" destOrd="0" presId="urn:microsoft.com/office/officeart/2009/3/layout/HorizontalOrganizationChart"/>
    <dgm:cxn modelId="{0EFA4712-127E-4807-A542-83208030C148}" type="presParOf" srcId="{B969397E-F448-48A1-B1AA-7EB26C3D94ED}" destId="{EEED1523-D2E5-46BC-BCF4-9D4606DFC665}" srcOrd="1" destOrd="0" presId="urn:microsoft.com/office/officeart/2009/3/layout/HorizontalOrganizationChart"/>
    <dgm:cxn modelId="{6CCC37D1-5CE8-4B22-BB67-701F5FD622C3}" type="presParOf" srcId="{57F9B8F1-0166-44DF-B7EC-E4FDCFDF8619}" destId="{597BB770-CE1A-48B8-A542-9B5730DDA88D}" srcOrd="1" destOrd="0" presId="urn:microsoft.com/office/officeart/2009/3/layout/HorizontalOrganizationChart"/>
    <dgm:cxn modelId="{01FCECD0-085E-48EA-AD7B-301052C2A71E}" type="presParOf" srcId="{57F9B8F1-0166-44DF-B7EC-E4FDCFDF8619}" destId="{1C96EBA1-ECAD-4DD1-AE34-4A1D7A5B6CF4}" srcOrd="2" destOrd="0" presId="urn:microsoft.com/office/officeart/2009/3/layout/HorizontalOrganizationChart"/>
    <dgm:cxn modelId="{2BD0F942-B64E-4E02-8764-71401CEBBF07}" type="presParOf" srcId="{9B1EE8F7-7634-40D8-B3F9-FA9B10B10AA2}" destId="{32649FAA-ADEA-466D-B694-1437DBA6B2A1}" srcOrd="2" destOrd="0" presId="urn:microsoft.com/office/officeart/2009/3/layout/HorizontalOrganizationChart"/>
    <dgm:cxn modelId="{E04D6474-0C2D-4E94-A105-E4EBCD1A7FEA}" type="presParOf" srcId="{9B1EE8F7-7634-40D8-B3F9-FA9B10B10AA2}" destId="{9CADAF9E-5BCE-4676-9904-9F2F3FEBA7F6}" srcOrd="3" destOrd="0" presId="urn:microsoft.com/office/officeart/2009/3/layout/HorizontalOrganizationChart"/>
    <dgm:cxn modelId="{D297349B-4F91-43FA-9AEF-8C288902A8B6}" type="presParOf" srcId="{9CADAF9E-5BCE-4676-9904-9F2F3FEBA7F6}" destId="{756F99F3-EEE1-4A7C-BFF5-DC126AF86BE2}" srcOrd="0" destOrd="0" presId="urn:microsoft.com/office/officeart/2009/3/layout/HorizontalOrganizationChart"/>
    <dgm:cxn modelId="{D230BD99-F4B3-4CD2-A6C9-75B221456FFE}" type="presParOf" srcId="{756F99F3-EEE1-4A7C-BFF5-DC126AF86BE2}" destId="{86426227-41AE-4E85-BC41-BC0E73F72E53}" srcOrd="0" destOrd="0" presId="urn:microsoft.com/office/officeart/2009/3/layout/HorizontalOrganizationChart"/>
    <dgm:cxn modelId="{396DEB18-1A52-4441-9825-C59B9A1A478D}" type="presParOf" srcId="{756F99F3-EEE1-4A7C-BFF5-DC126AF86BE2}" destId="{1CC070A5-1272-4993-8F17-9ACD1517BC72}" srcOrd="1" destOrd="0" presId="urn:microsoft.com/office/officeart/2009/3/layout/HorizontalOrganizationChart"/>
    <dgm:cxn modelId="{20E95341-8148-4F59-85A0-91F10C8CB48A}" type="presParOf" srcId="{9CADAF9E-5BCE-4676-9904-9F2F3FEBA7F6}" destId="{E65ED507-6B8B-4FF2-B663-1FB74640527D}" srcOrd="1" destOrd="0" presId="urn:microsoft.com/office/officeart/2009/3/layout/HorizontalOrganizationChart"/>
    <dgm:cxn modelId="{AB9189FA-2CC4-4D26-AC3D-8831ED977B80}" type="presParOf" srcId="{9CADAF9E-5BCE-4676-9904-9F2F3FEBA7F6}" destId="{567B055E-BD49-458E-B9B9-99ECED22E4F2}" srcOrd="2" destOrd="0" presId="urn:microsoft.com/office/officeart/2009/3/layout/HorizontalOrganizationChart"/>
    <dgm:cxn modelId="{79E0180B-E43D-4354-8D26-7CF7C75403FC}" type="presParOf" srcId="{9B1EE8F7-7634-40D8-B3F9-FA9B10B10AA2}" destId="{585C998A-DEF5-4C3D-A71D-796FEF614DDC}" srcOrd="4" destOrd="0" presId="urn:microsoft.com/office/officeart/2009/3/layout/HorizontalOrganizationChart"/>
    <dgm:cxn modelId="{4C1D8E87-6E2E-4920-8E62-80246DDC3520}" type="presParOf" srcId="{9B1EE8F7-7634-40D8-B3F9-FA9B10B10AA2}" destId="{9DF4290C-6575-4F8B-B4D9-6B5B3E0839BB}" srcOrd="5" destOrd="0" presId="urn:microsoft.com/office/officeart/2009/3/layout/HorizontalOrganizationChart"/>
    <dgm:cxn modelId="{A468B939-2391-45CA-AC98-A9C802AA0EF4}" type="presParOf" srcId="{9DF4290C-6575-4F8B-B4D9-6B5B3E0839BB}" destId="{00909545-1146-4567-B5C3-D1BDC522BB76}" srcOrd="0" destOrd="0" presId="urn:microsoft.com/office/officeart/2009/3/layout/HorizontalOrganizationChart"/>
    <dgm:cxn modelId="{D5CD027C-83F8-4CD4-8F8F-0BAA11836D9B}" type="presParOf" srcId="{00909545-1146-4567-B5C3-D1BDC522BB76}" destId="{35FAD17D-8E13-456A-A68A-71703F4CE06B}" srcOrd="0" destOrd="0" presId="urn:microsoft.com/office/officeart/2009/3/layout/HorizontalOrganizationChart"/>
    <dgm:cxn modelId="{D1565833-9C10-4D99-82A8-31F4753120E9}" type="presParOf" srcId="{00909545-1146-4567-B5C3-D1BDC522BB76}" destId="{BFBE4F4E-EAF7-4251-BFB8-5A860FB5CD9B}" srcOrd="1" destOrd="0" presId="urn:microsoft.com/office/officeart/2009/3/layout/HorizontalOrganizationChart"/>
    <dgm:cxn modelId="{F2015463-89EF-46FB-85FC-A96EA98356DD}" type="presParOf" srcId="{9DF4290C-6575-4F8B-B4D9-6B5B3E0839BB}" destId="{7E5DF59D-9EB6-479A-8396-C2DA6B8614F9}" srcOrd="1" destOrd="0" presId="urn:microsoft.com/office/officeart/2009/3/layout/HorizontalOrganizationChart"/>
    <dgm:cxn modelId="{083B4546-2964-494F-9E3A-4FE41CDC765E}" type="presParOf" srcId="{9DF4290C-6575-4F8B-B4D9-6B5B3E0839BB}" destId="{5C3D6D1C-85A8-481C-A5E6-90EDB48552D7}" srcOrd="2" destOrd="0" presId="urn:microsoft.com/office/officeart/2009/3/layout/HorizontalOrganizationChart"/>
    <dgm:cxn modelId="{6F8BC852-531B-48AB-BFE3-C51BFD0AA091}" type="presParOf" srcId="{47A2CD6F-8D62-4A8A-993C-DF94745B1AC4}" destId="{770E9DAA-9A06-4BD6-B786-C1C9B2D48079}" srcOrd="2" destOrd="0" presId="urn:microsoft.com/office/officeart/2009/3/layout/HorizontalOrganizationChart"/>
    <dgm:cxn modelId="{65C512E7-B33D-481D-A6ED-58A2F977BD8B}" type="presParOf" srcId="{CC058F33-B640-4EF4-8FDE-F79B091E1330}" destId="{E692CE53-EC46-44CB-8BA0-60BD6AE172A3}" srcOrd="2" destOrd="0" presId="urn:microsoft.com/office/officeart/2009/3/layout/HorizontalOrganizationChart"/>
    <dgm:cxn modelId="{ED5D8628-C781-4268-A838-1A24CDFE869A}" type="presParOf" srcId="{E692CE53-EC46-44CB-8BA0-60BD6AE172A3}" destId="{693C88AA-5ED2-456F-A5EE-219DD70D1FB5}" srcOrd="0" destOrd="0" presId="urn:microsoft.com/office/officeart/2009/3/layout/HorizontalOrganizationChart"/>
    <dgm:cxn modelId="{5956766A-B8B8-49A6-9F92-B09D9DB36BC8}" type="presParOf" srcId="{693C88AA-5ED2-456F-A5EE-219DD70D1FB5}" destId="{4C5C7849-59EB-4F1E-8E15-FD133CB98441}" srcOrd="0" destOrd="0" presId="urn:microsoft.com/office/officeart/2009/3/layout/HorizontalOrganizationChart"/>
    <dgm:cxn modelId="{1B43E574-11C4-4CBA-BC03-E7E2DDE9C308}" type="presParOf" srcId="{693C88AA-5ED2-456F-A5EE-219DD70D1FB5}" destId="{4489EFE9-7F7E-4D00-80A7-F6F0BD6D4B81}" srcOrd="1" destOrd="0" presId="urn:microsoft.com/office/officeart/2009/3/layout/HorizontalOrganizationChart"/>
    <dgm:cxn modelId="{E77CD590-FFFF-41C4-B13B-A652F8BEEFBB}" type="presParOf" srcId="{E692CE53-EC46-44CB-8BA0-60BD6AE172A3}" destId="{95DF0F93-7708-4F74-8204-C9DF68F6B9EA}" srcOrd="1" destOrd="0" presId="urn:microsoft.com/office/officeart/2009/3/layout/HorizontalOrganizationChart"/>
    <dgm:cxn modelId="{754F0B3E-5B59-4248-9EAF-DC0615164451}" type="presParOf" srcId="{E692CE53-EC46-44CB-8BA0-60BD6AE172A3}" destId="{9A25D33C-6859-4EDC-B9D2-F18935FFA388}" srcOrd="2" destOrd="0" presId="urn:microsoft.com/office/officeart/2009/3/layout/HorizontalOrganizationChart"/>
    <dgm:cxn modelId="{9FAAF999-E21C-4E5C-9185-BDC69B9078D0}" type="presParOf" srcId="{CC058F33-B640-4EF4-8FDE-F79B091E1330}" destId="{61E4CFF3-6959-44C2-B618-FD3B4E65348E}" srcOrd="3" destOrd="0" presId="urn:microsoft.com/office/officeart/2009/3/layout/HorizontalOrganizationChart"/>
    <dgm:cxn modelId="{3B429CE4-9E5F-4579-9F45-946139A0501E}" type="presParOf" srcId="{61E4CFF3-6959-44C2-B618-FD3B4E65348E}" destId="{F1E188AD-1927-470D-A4D2-956ED1D98F95}" srcOrd="0" destOrd="0" presId="urn:microsoft.com/office/officeart/2009/3/layout/HorizontalOrganizationChart"/>
    <dgm:cxn modelId="{122F6A5D-8A33-4D65-9261-569C18699059}" type="presParOf" srcId="{F1E188AD-1927-470D-A4D2-956ED1D98F95}" destId="{0AB25EDD-B41B-47CB-957F-984D0337D1AA}" srcOrd="0" destOrd="0" presId="urn:microsoft.com/office/officeart/2009/3/layout/HorizontalOrganizationChart"/>
    <dgm:cxn modelId="{EABCD0C4-4ADC-4FD0-BA87-F04AEED43CC6}" type="presParOf" srcId="{F1E188AD-1927-470D-A4D2-956ED1D98F95}" destId="{9B4EACD3-C107-4880-BDA5-A1D554E7636F}" srcOrd="1" destOrd="0" presId="urn:microsoft.com/office/officeart/2009/3/layout/HorizontalOrganizationChart"/>
    <dgm:cxn modelId="{912E9024-8BB6-4E66-93B0-A41D9BE60878}" type="presParOf" srcId="{61E4CFF3-6959-44C2-B618-FD3B4E65348E}" destId="{CB9B9A65-0DE9-4972-A336-91EE24E89172}" srcOrd="1" destOrd="0" presId="urn:microsoft.com/office/officeart/2009/3/layout/HorizontalOrganizationChart"/>
    <dgm:cxn modelId="{38570414-30D2-4FC6-AF5B-5A548CE2C43A}" type="presParOf" srcId="{61E4CFF3-6959-44C2-B618-FD3B4E65348E}" destId="{6F018F7B-A5F2-4BE0-8E49-FDC310709FD6}" srcOrd="2" destOrd="0" presId="urn:microsoft.com/office/officeart/2009/3/layout/Horizontal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D6E362A-B8F9-4118-BC2C-A6294B3F46AF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438F4898-D065-4982-971E-C61005834C66}">
      <dgm:prSet/>
      <dgm:spPr/>
      <dgm:t>
        <a:bodyPr/>
        <a:lstStyle/>
        <a:p>
          <a:pPr>
            <a:defRPr b="1"/>
          </a:pPr>
          <a:r>
            <a:rPr lang="en-US"/>
            <a:t>Key Steps: </a:t>
          </a:r>
        </a:p>
      </dgm:t>
    </dgm:pt>
    <dgm:pt modelId="{C7C4440D-05F5-4613-BD56-10F6ECEFDE02}" type="parTrans" cxnId="{7311FF6F-CE93-4BDA-98E9-F9D21CBAEA9B}">
      <dgm:prSet/>
      <dgm:spPr/>
      <dgm:t>
        <a:bodyPr/>
        <a:lstStyle/>
        <a:p>
          <a:endParaRPr lang="en-US"/>
        </a:p>
      </dgm:t>
    </dgm:pt>
    <dgm:pt modelId="{112EAC40-BA9E-43B8-8999-01C4404DA59F}" type="sibTrans" cxnId="{7311FF6F-CE93-4BDA-98E9-F9D21CBAEA9B}">
      <dgm:prSet/>
      <dgm:spPr/>
      <dgm:t>
        <a:bodyPr/>
        <a:lstStyle/>
        <a:p>
          <a:endParaRPr lang="en-US"/>
        </a:p>
      </dgm:t>
    </dgm:pt>
    <dgm:pt modelId="{8A3BE697-EDBE-4280-878C-F12CCB6670BA}">
      <dgm:prSet/>
      <dgm:spPr/>
      <dgm:t>
        <a:bodyPr/>
        <a:lstStyle/>
        <a:p>
          <a:r>
            <a:rPr lang="en-US"/>
            <a:t>Data collection → Cleaning → Feature engineering → Preprocessing → Prediction → Alerts.</a:t>
          </a:r>
        </a:p>
      </dgm:t>
    </dgm:pt>
    <dgm:pt modelId="{405760CE-7CD5-450F-A559-1B711C6B4FFE}" type="parTrans" cxnId="{BFEE6976-D43B-45E7-9D77-1AC3C9624B7C}">
      <dgm:prSet/>
      <dgm:spPr/>
      <dgm:t>
        <a:bodyPr/>
        <a:lstStyle/>
        <a:p>
          <a:endParaRPr lang="en-US"/>
        </a:p>
      </dgm:t>
    </dgm:pt>
    <dgm:pt modelId="{FB55A433-F5CC-4497-B235-9BB92359C59A}" type="sibTrans" cxnId="{BFEE6976-D43B-45E7-9D77-1AC3C9624B7C}">
      <dgm:prSet/>
      <dgm:spPr/>
      <dgm:t>
        <a:bodyPr/>
        <a:lstStyle/>
        <a:p>
          <a:endParaRPr lang="en-US"/>
        </a:p>
      </dgm:t>
    </dgm:pt>
    <dgm:pt modelId="{D416D736-1216-44CC-A7F7-F0C839308C60}">
      <dgm:prSet/>
      <dgm:spPr/>
      <dgm:t>
        <a:bodyPr/>
        <a:lstStyle/>
        <a:p>
          <a:pPr>
            <a:defRPr b="1"/>
          </a:pPr>
          <a:r>
            <a:rPr lang="en-US"/>
            <a:t>Inference Example: </a:t>
          </a:r>
        </a:p>
      </dgm:t>
    </dgm:pt>
    <dgm:pt modelId="{F51DB4D8-1DFE-48D1-AC8E-22AC9B1974B4}" type="parTrans" cxnId="{57E722F1-1218-405B-8249-A7A0BA2F04F6}">
      <dgm:prSet/>
      <dgm:spPr/>
      <dgm:t>
        <a:bodyPr/>
        <a:lstStyle/>
        <a:p>
          <a:endParaRPr lang="en-US"/>
        </a:p>
      </dgm:t>
    </dgm:pt>
    <dgm:pt modelId="{F81B9E74-DDD2-4D81-A5AF-F8234C075719}" type="sibTrans" cxnId="{57E722F1-1218-405B-8249-A7A0BA2F04F6}">
      <dgm:prSet/>
      <dgm:spPr/>
      <dgm:t>
        <a:bodyPr/>
        <a:lstStyle/>
        <a:p>
          <a:endParaRPr lang="en-US"/>
        </a:p>
      </dgm:t>
    </dgm:pt>
    <dgm:pt modelId="{4A3C15EA-5A26-45CB-A60E-1288A1455EB7}">
      <dgm:prSet/>
      <dgm:spPr/>
      <dgm:t>
        <a:bodyPr/>
        <a:lstStyle/>
        <a:p>
          <a:r>
            <a:rPr lang="en-US"/>
            <a:t>Load model, predict risk/probabilities, suggest actions (e.g., urgent referral for High risk).</a:t>
          </a:r>
        </a:p>
      </dgm:t>
    </dgm:pt>
    <dgm:pt modelId="{D7711620-6730-43D9-BA0F-5858A9B189AE}" type="parTrans" cxnId="{6F6CF34A-2FC0-4643-A935-88CC1B357B3E}">
      <dgm:prSet/>
      <dgm:spPr/>
      <dgm:t>
        <a:bodyPr/>
        <a:lstStyle/>
        <a:p>
          <a:endParaRPr lang="en-US"/>
        </a:p>
      </dgm:t>
    </dgm:pt>
    <dgm:pt modelId="{22C43738-583C-42FC-8B73-DD48FCB584CB}" type="sibTrans" cxnId="{6F6CF34A-2FC0-4643-A935-88CC1B357B3E}">
      <dgm:prSet/>
      <dgm:spPr/>
      <dgm:t>
        <a:bodyPr/>
        <a:lstStyle/>
        <a:p>
          <a:endParaRPr lang="en-US"/>
        </a:p>
      </dgm:t>
    </dgm:pt>
    <dgm:pt modelId="{347213D2-6A2F-40C0-9814-BE0D52D8B150}">
      <dgm:prSet/>
      <dgm:spPr/>
      <dgm:t>
        <a:bodyPr/>
        <a:lstStyle/>
        <a:p>
          <a:pPr>
            <a:defRPr b="1"/>
          </a:pPr>
          <a:r>
            <a:rPr lang="en-US"/>
            <a:t>Progress: </a:t>
          </a:r>
        </a:p>
      </dgm:t>
    </dgm:pt>
    <dgm:pt modelId="{630FB0AD-160D-414A-B974-02E30808CF91}" type="parTrans" cxnId="{3E3053D1-C7EC-4354-B5DA-62A3BE02942A}">
      <dgm:prSet/>
      <dgm:spPr/>
      <dgm:t>
        <a:bodyPr/>
        <a:lstStyle/>
        <a:p>
          <a:endParaRPr lang="en-US"/>
        </a:p>
      </dgm:t>
    </dgm:pt>
    <dgm:pt modelId="{D3014045-2F7C-447B-AFF1-8E0FBEAC8D2F}" type="sibTrans" cxnId="{3E3053D1-C7EC-4354-B5DA-62A3BE02942A}">
      <dgm:prSet/>
      <dgm:spPr/>
      <dgm:t>
        <a:bodyPr/>
        <a:lstStyle/>
        <a:p>
          <a:endParaRPr lang="en-US"/>
        </a:p>
      </dgm:t>
    </dgm:pt>
    <dgm:pt modelId="{A2FBAF64-A714-42D8-9433-861F456D3050}">
      <dgm:prSet/>
      <dgm:spPr/>
      <dgm:t>
        <a:bodyPr/>
        <a:lstStyle/>
        <a:p>
          <a:r>
            <a:rPr lang="en-US"/>
            <a:t>Full end-to-end pipeline working; code in Appendix A3 (Inference Example).</a:t>
          </a:r>
        </a:p>
      </dgm:t>
    </dgm:pt>
    <dgm:pt modelId="{5FFCC58C-0F9B-4B79-914A-21CD61534352}" type="parTrans" cxnId="{48224D8A-D3F2-432A-8B31-85ADF147583B}">
      <dgm:prSet/>
      <dgm:spPr/>
      <dgm:t>
        <a:bodyPr/>
        <a:lstStyle/>
        <a:p>
          <a:endParaRPr lang="en-US"/>
        </a:p>
      </dgm:t>
    </dgm:pt>
    <dgm:pt modelId="{457D4C15-7595-4D8F-9438-4F686D9C69F5}" type="sibTrans" cxnId="{48224D8A-D3F2-432A-8B31-85ADF147583B}">
      <dgm:prSet/>
      <dgm:spPr/>
      <dgm:t>
        <a:bodyPr/>
        <a:lstStyle/>
        <a:p>
          <a:endParaRPr lang="en-US"/>
        </a:p>
      </dgm:t>
    </dgm:pt>
    <dgm:pt modelId="{7640B4C2-5159-4866-AEB9-A2052D740B69}" type="pres">
      <dgm:prSet presAssocID="{4D6E362A-B8F9-4118-BC2C-A6294B3F46AF}" presName="vert0" presStyleCnt="0">
        <dgm:presLayoutVars>
          <dgm:dir/>
          <dgm:animOne val="branch"/>
          <dgm:animLvl val="lvl"/>
        </dgm:presLayoutVars>
      </dgm:prSet>
      <dgm:spPr/>
    </dgm:pt>
    <dgm:pt modelId="{F8032228-741E-491E-BFA9-05AD13606970}" type="pres">
      <dgm:prSet presAssocID="{438F4898-D065-4982-971E-C61005834C66}" presName="thickLine" presStyleLbl="alignNode1" presStyleIdx="0" presStyleCnt="3"/>
      <dgm:spPr/>
    </dgm:pt>
    <dgm:pt modelId="{56035CF6-FFD3-4818-832C-39294BE3C17C}" type="pres">
      <dgm:prSet presAssocID="{438F4898-D065-4982-971E-C61005834C66}" presName="horz1" presStyleCnt="0"/>
      <dgm:spPr/>
    </dgm:pt>
    <dgm:pt modelId="{F8FDC4C1-C06C-4CB2-B5A7-7FB458842A38}" type="pres">
      <dgm:prSet presAssocID="{438F4898-D065-4982-971E-C61005834C66}" presName="tx1" presStyleLbl="revTx" presStyleIdx="0" presStyleCnt="6"/>
      <dgm:spPr/>
    </dgm:pt>
    <dgm:pt modelId="{6CE41F19-485B-49FE-8A65-FE1E22BDBB4B}" type="pres">
      <dgm:prSet presAssocID="{438F4898-D065-4982-971E-C61005834C66}" presName="vert1" presStyleCnt="0"/>
      <dgm:spPr/>
    </dgm:pt>
    <dgm:pt modelId="{9F4C5D29-AB4A-4842-A272-33A4B40A84C5}" type="pres">
      <dgm:prSet presAssocID="{8A3BE697-EDBE-4280-878C-F12CCB6670BA}" presName="vertSpace2a" presStyleCnt="0"/>
      <dgm:spPr/>
    </dgm:pt>
    <dgm:pt modelId="{058E4240-EFDD-4CB4-AFE3-7E4DAB2473C5}" type="pres">
      <dgm:prSet presAssocID="{8A3BE697-EDBE-4280-878C-F12CCB6670BA}" presName="horz2" presStyleCnt="0"/>
      <dgm:spPr/>
    </dgm:pt>
    <dgm:pt modelId="{E4FD8C0E-8D7E-401A-A0F5-80290DA2E39A}" type="pres">
      <dgm:prSet presAssocID="{8A3BE697-EDBE-4280-878C-F12CCB6670BA}" presName="horzSpace2" presStyleCnt="0"/>
      <dgm:spPr/>
    </dgm:pt>
    <dgm:pt modelId="{F5FEDD9C-B34B-40EB-96B3-E8D33E11D3AD}" type="pres">
      <dgm:prSet presAssocID="{8A3BE697-EDBE-4280-878C-F12CCB6670BA}" presName="tx2" presStyleLbl="revTx" presStyleIdx="1" presStyleCnt="6"/>
      <dgm:spPr/>
    </dgm:pt>
    <dgm:pt modelId="{549E0E8B-320C-427E-9DB8-DE4B09EBD599}" type="pres">
      <dgm:prSet presAssocID="{8A3BE697-EDBE-4280-878C-F12CCB6670BA}" presName="vert2" presStyleCnt="0"/>
      <dgm:spPr/>
    </dgm:pt>
    <dgm:pt modelId="{B50C6652-087A-4F76-B207-E62416F7A863}" type="pres">
      <dgm:prSet presAssocID="{8A3BE697-EDBE-4280-878C-F12CCB6670BA}" presName="thinLine2b" presStyleLbl="callout" presStyleIdx="0" presStyleCnt="3"/>
      <dgm:spPr/>
    </dgm:pt>
    <dgm:pt modelId="{AE23C414-B685-46FE-A444-EFACEE2A7FB0}" type="pres">
      <dgm:prSet presAssocID="{8A3BE697-EDBE-4280-878C-F12CCB6670BA}" presName="vertSpace2b" presStyleCnt="0"/>
      <dgm:spPr/>
    </dgm:pt>
    <dgm:pt modelId="{D5AF8C02-0E0E-4B8A-A96E-61B373A08F9B}" type="pres">
      <dgm:prSet presAssocID="{D416D736-1216-44CC-A7F7-F0C839308C60}" presName="thickLine" presStyleLbl="alignNode1" presStyleIdx="1" presStyleCnt="3"/>
      <dgm:spPr/>
    </dgm:pt>
    <dgm:pt modelId="{C806BE87-2FB3-4FA7-9B21-13541F90F94F}" type="pres">
      <dgm:prSet presAssocID="{D416D736-1216-44CC-A7F7-F0C839308C60}" presName="horz1" presStyleCnt="0"/>
      <dgm:spPr/>
    </dgm:pt>
    <dgm:pt modelId="{A3C4D412-D674-4403-B9D7-8966F7B4E1CB}" type="pres">
      <dgm:prSet presAssocID="{D416D736-1216-44CC-A7F7-F0C839308C60}" presName="tx1" presStyleLbl="revTx" presStyleIdx="2" presStyleCnt="6"/>
      <dgm:spPr/>
    </dgm:pt>
    <dgm:pt modelId="{8A733E56-853F-457D-A179-B5784E6AE639}" type="pres">
      <dgm:prSet presAssocID="{D416D736-1216-44CC-A7F7-F0C839308C60}" presName="vert1" presStyleCnt="0"/>
      <dgm:spPr/>
    </dgm:pt>
    <dgm:pt modelId="{291CD43E-0315-416E-BF54-E8E41FBC64B8}" type="pres">
      <dgm:prSet presAssocID="{4A3C15EA-5A26-45CB-A60E-1288A1455EB7}" presName="vertSpace2a" presStyleCnt="0"/>
      <dgm:spPr/>
    </dgm:pt>
    <dgm:pt modelId="{F3ECD42C-0534-4C74-97F9-A60130C0F156}" type="pres">
      <dgm:prSet presAssocID="{4A3C15EA-5A26-45CB-A60E-1288A1455EB7}" presName="horz2" presStyleCnt="0"/>
      <dgm:spPr/>
    </dgm:pt>
    <dgm:pt modelId="{D0ADD702-C960-458C-AC6C-2F3863988FA9}" type="pres">
      <dgm:prSet presAssocID="{4A3C15EA-5A26-45CB-A60E-1288A1455EB7}" presName="horzSpace2" presStyleCnt="0"/>
      <dgm:spPr/>
    </dgm:pt>
    <dgm:pt modelId="{9CD18157-705D-48CF-ADE5-70F3B2B31E50}" type="pres">
      <dgm:prSet presAssocID="{4A3C15EA-5A26-45CB-A60E-1288A1455EB7}" presName="tx2" presStyleLbl="revTx" presStyleIdx="3" presStyleCnt="6"/>
      <dgm:spPr/>
    </dgm:pt>
    <dgm:pt modelId="{C60BCE53-E6AD-4555-A8B0-37F961A27560}" type="pres">
      <dgm:prSet presAssocID="{4A3C15EA-5A26-45CB-A60E-1288A1455EB7}" presName="vert2" presStyleCnt="0"/>
      <dgm:spPr/>
    </dgm:pt>
    <dgm:pt modelId="{C1A945F3-A93C-4F39-972A-8FB2917DB876}" type="pres">
      <dgm:prSet presAssocID="{4A3C15EA-5A26-45CB-A60E-1288A1455EB7}" presName="thinLine2b" presStyleLbl="callout" presStyleIdx="1" presStyleCnt="3"/>
      <dgm:spPr/>
    </dgm:pt>
    <dgm:pt modelId="{B02A0BEF-2F55-41D9-8CE3-13494C492B30}" type="pres">
      <dgm:prSet presAssocID="{4A3C15EA-5A26-45CB-A60E-1288A1455EB7}" presName="vertSpace2b" presStyleCnt="0"/>
      <dgm:spPr/>
    </dgm:pt>
    <dgm:pt modelId="{59B16B41-F67D-4489-9061-40281D31987C}" type="pres">
      <dgm:prSet presAssocID="{347213D2-6A2F-40C0-9814-BE0D52D8B150}" presName="thickLine" presStyleLbl="alignNode1" presStyleIdx="2" presStyleCnt="3"/>
      <dgm:spPr/>
    </dgm:pt>
    <dgm:pt modelId="{95C2E2AA-1B3A-4B0E-9CBE-EF4589489542}" type="pres">
      <dgm:prSet presAssocID="{347213D2-6A2F-40C0-9814-BE0D52D8B150}" presName="horz1" presStyleCnt="0"/>
      <dgm:spPr/>
    </dgm:pt>
    <dgm:pt modelId="{67613497-0061-4789-AD97-41FECF01385A}" type="pres">
      <dgm:prSet presAssocID="{347213D2-6A2F-40C0-9814-BE0D52D8B150}" presName="tx1" presStyleLbl="revTx" presStyleIdx="4" presStyleCnt="6"/>
      <dgm:spPr/>
    </dgm:pt>
    <dgm:pt modelId="{0304D7E8-4CBF-40FF-8B05-A1EAB7D4E517}" type="pres">
      <dgm:prSet presAssocID="{347213D2-6A2F-40C0-9814-BE0D52D8B150}" presName="vert1" presStyleCnt="0"/>
      <dgm:spPr/>
    </dgm:pt>
    <dgm:pt modelId="{5DAC2ADE-5EA4-4984-BD88-F8B1FDDE11B3}" type="pres">
      <dgm:prSet presAssocID="{A2FBAF64-A714-42D8-9433-861F456D3050}" presName="vertSpace2a" presStyleCnt="0"/>
      <dgm:spPr/>
    </dgm:pt>
    <dgm:pt modelId="{DF82B71F-9DB1-4803-BBB2-83B8A91611A4}" type="pres">
      <dgm:prSet presAssocID="{A2FBAF64-A714-42D8-9433-861F456D3050}" presName="horz2" presStyleCnt="0"/>
      <dgm:spPr/>
    </dgm:pt>
    <dgm:pt modelId="{219D9BF4-EB39-488E-9965-AABC6FE1E1BB}" type="pres">
      <dgm:prSet presAssocID="{A2FBAF64-A714-42D8-9433-861F456D3050}" presName="horzSpace2" presStyleCnt="0"/>
      <dgm:spPr/>
    </dgm:pt>
    <dgm:pt modelId="{C7733D74-E373-45A4-81D6-5A5568659910}" type="pres">
      <dgm:prSet presAssocID="{A2FBAF64-A714-42D8-9433-861F456D3050}" presName="tx2" presStyleLbl="revTx" presStyleIdx="5" presStyleCnt="6"/>
      <dgm:spPr/>
    </dgm:pt>
    <dgm:pt modelId="{58DF209C-2368-4172-8575-09B9F1E9A990}" type="pres">
      <dgm:prSet presAssocID="{A2FBAF64-A714-42D8-9433-861F456D3050}" presName="vert2" presStyleCnt="0"/>
      <dgm:spPr/>
    </dgm:pt>
    <dgm:pt modelId="{6F41A1F4-92BD-49C2-BF3C-E75867BF14CC}" type="pres">
      <dgm:prSet presAssocID="{A2FBAF64-A714-42D8-9433-861F456D3050}" presName="thinLine2b" presStyleLbl="callout" presStyleIdx="2" presStyleCnt="3"/>
      <dgm:spPr/>
    </dgm:pt>
    <dgm:pt modelId="{BB7DC063-41CB-4D08-A42A-2964D348AD8D}" type="pres">
      <dgm:prSet presAssocID="{A2FBAF64-A714-42D8-9433-861F456D3050}" presName="vertSpace2b" presStyleCnt="0"/>
      <dgm:spPr/>
    </dgm:pt>
  </dgm:ptLst>
  <dgm:cxnLst>
    <dgm:cxn modelId="{BD6CF52E-BC36-4DCE-8A11-F03D904EB447}" type="presOf" srcId="{A2FBAF64-A714-42D8-9433-861F456D3050}" destId="{C7733D74-E373-45A4-81D6-5A5568659910}" srcOrd="0" destOrd="0" presId="urn:microsoft.com/office/officeart/2008/layout/LinedList"/>
    <dgm:cxn modelId="{3686B536-9464-44F2-A342-8242FF42239B}" type="presOf" srcId="{D416D736-1216-44CC-A7F7-F0C839308C60}" destId="{A3C4D412-D674-4403-B9D7-8966F7B4E1CB}" srcOrd="0" destOrd="0" presId="urn:microsoft.com/office/officeart/2008/layout/LinedList"/>
    <dgm:cxn modelId="{6F6CF34A-2FC0-4643-A935-88CC1B357B3E}" srcId="{D416D736-1216-44CC-A7F7-F0C839308C60}" destId="{4A3C15EA-5A26-45CB-A60E-1288A1455EB7}" srcOrd="0" destOrd="0" parTransId="{D7711620-6730-43D9-BA0F-5858A9B189AE}" sibTransId="{22C43738-583C-42FC-8B73-DD48FCB584CB}"/>
    <dgm:cxn modelId="{4BA0774D-BED1-4CC0-8EAF-483D65526E04}" type="presOf" srcId="{347213D2-6A2F-40C0-9814-BE0D52D8B150}" destId="{67613497-0061-4789-AD97-41FECF01385A}" srcOrd="0" destOrd="0" presId="urn:microsoft.com/office/officeart/2008/layout/LinedList"/>
    <dgm:cxn modelId="{7311FF6F-CE93-4BDA-98E9-F9D21CBAEA9B}" srcId="{4D6E362A-B8F9-4118-BC2C-A6294B3F46AF}" destId="{438F4898-D065-4982-971E-C61005834C66}" srcOrd="0" destOrd="0" parTransId="{C7C4440D-05F5-4613-BD56-10F6ECEFDE02}" sibTransId="{112EAC40-BA9E-43B8-8999-01C4404DA59F}"/>
    <dgm:cxn modelId="{BFEE6976-D43B-45E7-9D77-1AC3C9624B7C}" srcId="{438F4898-D065-4982-971E-C61005834C66}" destId="{8A3BE697-EDBE-4280-878C-F12CCB6670BA}" srcOrd="0" destOrd="0" parTransId="{405760CE-7CD5-450F-A559-1B711C6B4FFE}" sibTransId="{FB55A433-F5CC-4497-B235-9BB92359C59A}"/>
    <dgm:cxn modelId="{48224D8A-D3F2-432A-8B31-85ADF147583B}" srcId="{347213D2-6A2F-40C0-9814-BE0D52D8B150}" destId="{A2FBAF64-A714-42D8-9433-861F456D3050}" srcOrd="0" destOrd="0" parTransId="{5FFCC58C-0F9B-4B79-914A-21CD61534352}" sibTransId="{457D4C15-7595-4D8F-9438-4F686D9C69F5}"/>
    <dgm:cxn modelId="{768CA78F-7100-48CB-8EC7-41BB21F535BB}" type="presOf" srcId="{4D6E362A-B8F9-4118-BC2C-A6294B3F46AF}" destId="{7640B4C2-5159-4866-AEB9-A2052D740B69}" srcOrd="0" destOrd="0" presId="urn:microsoft.com/office/officeart/2008/layout/LinedList"/>
    <dgm:cxn modelId="{617F66A7-42C6-4CFD-937A-FBB21732B027}" type="presOf" srcId="{438F4898-D065-4982-971E-C61005834C66}" destId="{F8FDC4C1-C06C-4CB2-B5A7-7FB458842A38}" srcOrd="0" destOrd="0" presId="urn:microsoft.com/office/officeart/2008/layout/LinedList"/>
    <dgm:cxn modelId="{3E3053D1-C7EC-4354-B5DA-62A3BE02942A}" srcId="{4D6E362A-B8F9-4118-BC2C-A6294B3F46AF}" destId="{347213D2-6A2F-40C0-9814-BE0D52D8B150}" srcOrd="2" destOrd="0" parTransId="{630FB0AD-160D-414A-B974-02E30808CF91}" sibTransId="{D3014045-2F7C-447B-AFF1-8E0FBEAC8D2F}"/>
    <dgm:cxn modelId="{C0605DD7-C1FD-49F4-A0C7-85859A2F54F9}" type="presOf" srcId="{8A3BE697-EDBE-4280-878C-F12CCB6670BA}" destId="{F5FEDD9C-B34B-40EB-96B3-E8D33E11D3AD}" srcOrd="0" destOrd="0" presId="urn:microsoft.com/office/officeart/2008/layout/LinedList"/>
    <dgm:cxn modelId="{B8BD6FE2-DBBF-4E2C-96B9-756ED16F275B}" type="presOf" srcId="{4A3C15EA-5A26-45CB-A60E-1288A1455EB7}" destId="{9CD18157-705D-48CF-ADE5-70F3B2B31E50}" srcOrd="0" destOrd="0" presId="urn:microsoft.com/office/officeart/2008/layout/LinedList"/>
    <dgm:cxn modelId="{57E722F1-1218-405B-8249-A7A0BA2F04F6}" srcId="{4D6E362A-B8F9-4118-BC2C-A6294B3F46AF}" destId="{D416D736-1216-44CC-A7F7-F0C839308C60}" srcOrd="1" destOrd="0" parTransId="{F51DB4D8-1DFE-48D1-AC8E-22AC9B1974B4}" sibTransId="{F81B9E74-DDD2-4D81-A5AF-F8234C075719}"/>
    <dgm:cxn modelId="{16B80654-5702-445E-92E6-96F30C106514}" type="presParOf" srcId="{7640B4C2-5159-4866-AEB9-A2052D740B69}" destId="{F8032228-741E-491E-BFA9-05AD13606970}" srcOrd="0" destOrd="0" presId="urn:microsoft.com/office/officeart/2008/layout/LinedList"/>
    <dgm:cxn modelId="{9376108A-79C7-4F43-9175-A6E9A4CE3358}" type="presParOf" srcId="{7640B4C2-5159-4866-AEB9-A2052D740B69}" destId="{56035CF6-FFD3-4818-832C-39294BE3C17C}" srcOrd="1" destOrd="0" presId="urn:microsoft.com/office/officeart/2008/layout/LinedList"/>
    <dgm:cxn modelId="{5B5CEBE1-DA16-425F-8EB1-3AA0FDF9C773}" type="presParOf" srcId="{56035CF6-FFD3-4818-832C-39294BE3C17C}" destId="{F8FDC4C1-C06C-4CB2-B5A7-7FB458842A38}" srcOrd="0" destOrd="0" presId="urn:microsoft.com/office/officeart/2008/layout/LinedList"/>
    <dgm:cxn modelId="{92814511-4C06-4FF0-A6D1-BF450007F29D}" type="presParOf" srcId="{56035CF6-FFD3-4818-832C-39294BE3C17C}" destId="{6CE41F19-485B-49FE-8A65-FE1E22BDBB4B}" srcOrd="1" destOrd="0" presId="urn:microsoft.com/office/officeart/2008/layout/LinedList"/>
    <dgm:cxn modelId="{4FA492F8-D42F-4A90-BE07-7B599D97E536}" type="presParOf" srcId="{6CE41F19-485B-49FE-8A65-FE1E22BDBB4B}" destId="{9F4C5D29-AB4A-4842-A272-33A4B40A84C5}" srcOrd="0" destOrd="0" presId="urn:microsoft.com/office/officeart/2008/layout/LinedList"/>
    <dgm:cxn modelId="{E3D3FA9F-81B6-4D00-B51F-F16517C0C403}" type="presParOf" srcId="{6CE41F19-485B-49FE-8A65-FE1E22BDBB4B}" destId="{058E4240-EFDD-4CB4-AFE3-7E4DAB2473C5}" srcOrd="1" destOrd="0" presId="urn:microsoft.com/office/officeart/2008/layout/LinedList"/>
    <dgm:cxn modelId="{86BD421A-B758-46A1-87DA-BF97FCEAF35F}" type="presParOf" srcId="{058E4240-EFDD-4CB4-AFE3-7E4DAB2473C5}" destId="{E4FD8C0E-8D7E-401A-A0F5-80290DA2E39A}" srcOrd="0" destOrd="0" presId="urn:microsoft.com/office/officeart/2008/layout/LinedList"/>
    <dgm:cxn modelId="{BE46BBB0-5EF9-49DE-A94B-3B062C47882C}" type="presParOf" srcId="{058E4240-EFDD-4CB4-AFE3-7E4DAB2473C5}" destId="{F5FEDD9C-B34B-40EB-96B3-E8D33E11D3AD}" srcOrd="1" destOrd="0" presId="urn:microsoft.com/office/officeart/2008/layout/LinedList"/>
    <dgm:cxn modelId="{7C3BA9D8-2728-4A10-832D-D5C32E30BE33}" type="presParOf" srcId="{058E4240-EFDD-4CB4-AFE3-7E4DAB2473C5}" destId="{549E0E8B-320C-427E-9DB8-DE4B09EBD599}" srcOrd="2" destOrd="0" presId="urn:microsoft.com/office/officeart/2008/layout/LinedList"/>
    <dgm:cxn modelId="{D346E7C4-E2DE-4179-9FE7-9EF331546662}" type="presParOf" srcId="{6CE41F19-485B-49FE-8A65-FE1E22BDBB4B}" destId="{B50C6652-087A-4F76-B207-E62416F7A863}" srcOrd="2" destOrd="0" presId="urn:microsoft.com/office/officeart/2008/layout/LinedList"/>
    <dgm:cxn modelId="{FCDE9DE4-D2B2-4BCF-878D-A6E48D89A7F2}" type="presParOf" srcId="{6CE41F19-485B-49FE-8A65-FE1E22BDBB4B}" destId="{AE23C414-B685-46FE-A444-EFACEE2A7FB0}" srcOrd="3" destOrd="0" presId="urn:microsoft.com/office/officeart/2008/layout/LinedList"/>
    <dgm:cxn modelId="{6FC7BCBA-6B83-4A8A-994F-E28BC705CC7C}" type="presParOf" srcId="{7640B4C2-5159-4866-AEB9-A2052D740B69}" destId="{D5AF8C02-0E0E-4B8A-A96E-61B373A08F9B}" srcOrd="2" destOrd="0" presId="urn:microsoft.com/office/officeart/2008/layout/LinedList"/>
    <dgm:cxn modelId="{EF8746A1-3102-4B15-B51F-133E511C301D}" type="presParOf" srcId="{7640B4C2-5159-4866-AEB9-A2052D740B69}" destId="{C806BE87-2FB3-4FA7-9B21-13541F90F94F}" srcOrd="3" destOrd="0" presId="urn:microsoft.com/office/officeart/2008/layout/LinedList"/>
    <dgm:cxn modelId="{BBACBD38-5ED8-44D7-80C8-95EBF4488297}" type="presParOf" srcId="{C806BE87-2FB3-4FA7-9B21-13541F90F94F}" destId="{A3C4D412-D674-4403-B9D7-8966F7B4E1CB}" srcOrd="0" destOrd="0" presId="urn:microsoft.com/office/officeart/2008/layout/LinedList"/>
    <dgm:cxn modelId="{E32A4B3C-5832-45E7-BD1B-60A62170957D}" type="presParOf" srcId="{C806BE87-2FB3-4FA7-9B21-13541F90F94F}" destId="{8A733E56-853F-457D-A179-B5784E6AE639}" srcOrd="1" destOrd="0" presId="urn:microsoft.com/office/officeart/2008/layout/LinedList"/>
    <dgm:cxn modelId="{F6329B5E-F5B1-4648-B620-59031869D407}" type="presParOf" srcId="{8A733E56-853F-457D-A179-B5784E6AE639}" destId="{291CD43E-0315-416E-BF54-E8E41FBC64B8}" srcOrd="0" destOrd="0" presId="urn:microsoft.com/office/officeart/2008/layout/LinedList"/>
    <dgm:cxn modelId="{C2E33258-8BFB-4175-92D8-87703A81F71B}" type="presParOf" srcId="{8A733E56-853F-457D-A179-B5784E6AE639}" destId="{F3ECD42C-0534-4C74-97F9-A60130C0F156}" srcOrd="1" destOrd="0" presId="urn:microsoft.com/office/officeart/2008/layout/LinedList"/>
    <dgm:cxn modelId="{9B2558CE-3722-4D16-A64E-B994AFE38976}" type="presParOf" srcId="{F3ECD42C-0534-4C74-97F9-A60130C0F156}" destId="{D0ADD702-C960-458C-AC6C-2F3863988FA9}" srcOrd="0" destOrd="0" presId="urn:microsoft.com/office/officeart/2008/layout/LinedList"/>
    <dgm:cxn modelId="{BD9FF07A-FDFB-4DBC-A8C3-53DBD953126C}" type="presParOf" srcId="{F3ECD42C-0534-4C74-97F9-A60130C0F156}" destId="{9CD18157-705D-48CF-ADE5-70F3B2B31E50}" srcOrd="1" destOrd="0" presId="urn:microsoft.com/office/officeart/2008/layout/LinedList"/>
    <dgm:cxn modelId="{0DC3E030-0D41-448C-9E2C-F25B55322E7F}" type="presParOf" srcId="{F3ECD42C-0534-4C74-97F9-A60130C0F156}" destId="{C60BCE53-E6AD-4555-A8B0-37F961A27560}" srcOrd="2" destOrd="0" presId="urn:microsoft.com/office/officeart/2008/layout/LinedList"/>
    <dgm:cxn modelId="{5FBED757-5017-4C50-BABF-07A6BAFD5964}" type="presParOf" srcId="{8A733E56-853F-457D-A179-B5784E6AE639}" destId="{C1A945F3-A93C-4F39-972A-8FB2917DB876}" srcOrd="2" destOrd="0" presId="urn:microsoft.com/office/officeart/2008/layout/LinedList"/>
    <dgm:cxn modelId="{5AE69EB8-B6BF-4B8C-9FE8-1C05C0839715}" type="presParOf" srcId="{8A733E56-853F-457D-A179-B5784E6AE639}" destId="{B02A0BEF-2F55-41D9-8CE3-13494C492B30}" srcOrd="3" destOrd="0" presId="urn:microsoft.com/office/officeart/2008/layout/LinedList"/>
    <dgm:cxn modelId="{1DB17DEA-F102-48DE-B37E-95A06107EBF8}" type="presParOf" srcId="{7640B4C2-5159-4866-AEB9-A2052D740B69}" destId="{59B16B41-F67D-4489-9061-40281D31987C}" srcOrd="4" destOrd="0" presId="urn:microsoft.com/office/officeart/2008/layout/LinedList"/>
    <dgm:cxn modelId="{813E3C7A-C62A-4F86-967E-870F1BE65063}" type="presParOf" srcId="{7640B4C2-5159-4866-AEB9-A2052D740B69}" destId="{95C2E2AA-1B3A-4B0E-9CBE-EF4589489542}" srcOrd="5" destOrd="0" presId="urn:microsoft.com/office/officeart/2008/layout/LinedList"/>
    <dgm:cxn modelId="{D72F90B4-E9F8-456B-A4D3-9E582FE1F396}" type="presParOf" srcId="{95C2E2AA-1B3A-4B0E-9CBE-EF4589489542}" destId="{67613497-0061-4789-AD97-41FECF01385A}" srcOrd="0" destOrd="0" presId="urn:microsoft.com/office/officeart/2008/layout/LinedList"/>
    <dgm:cxn modelId="{9D4728C3-E187-4C38-A038-C13F24C64024}" type="presParOf" srcId="{95C2E2AA-1B3A-4B0E-9CBE-EF4589489542}" destId="{0304D7E8-4CBF-40FF-8B05-A1EAB7D4E517}" srcOrd="1" destOrd="0" presId="urn:microsoft.com/office/officeart/2008/layout/LinedList"/>
    <dgm:cxn modelId="{1D9DD536-6CA3-407F-A884-7A307D8EA2F8}" type="presParOf" srcId="{0304D7E8-4CBF-40FF-8B05-A1EAB7D4E517}" destId="{5DAC2ADE-5EA4-4984-BD88-F8B1FDDE11B3}" srcOrd="0" destOrd="0" presId="urn:microsoft.com/office/officeart/2008/layout/LinedList"/>
    <dgm:cxn modelId="{36226838-5EFC-4C4B-B787-263D597E8E88}" type="presParOf" srcId="{0304D7E8-4CBF-40FF-8B05-A1EAB7D4E517}" destId="{DF82B71F-9DB1-4803-BBB2-83B8A91611A4}" srcOrd="1" destOrd="0" presId="urn:microsoft.com/office/officeart/2008/layout/LinedList"/>
    <dgm:cxn modelId="{FEE30261-5FCB-496C-AA73-B7A8CC2A8BCF}" type="presParOf" srcId="{DF82B71F-9DB1-4803-BBB2-83B8A91611A4}" destId="{219D9BF4-EB39-488E-9965-AABC6FE1E1BB}" srcOrd="0" destOrd="0" presId="urn:microsoft.com/office/officeart/2008/layout/LinedList"/>
    <dgm:cxn modelId="{B31419B7-D9DF-4C3B-B02F-5B15C03C8703}" type="presParOf" srcId="{DF82B71F-9DB1-4803-BBB2-83B8A91611A4}" destId="{C7733D74-E373-45A4-81D6-5A5568659910}" srcOrd="1" destOrd="0" presId="urn:microsoft.com/office/officeart/2008/layout/LinedList"/>
    <dgm:cxn modelId="{21994B33-498D-4E8A-8A4E-E153BB323B3A}" type="presParOf" srcId="{DF82B71F-9DB1-4803-BBB2-83B8A91611A4}" destId="{58DF209C-2368-4172-8575-09B9F1E9A990}" srcOrd="2" destOrd="0" presId="urn:microsoft.com/office/officeart/2008/layout/LinedList"/>
    <dgm:cxn modelId="{6BCF23ED-1FF2-4CC2-BBBA-93D4FE3CCF5C}" type="presParOf" srcId="{0304D7E8-4CBF-40FF-8B05-A1EAB7D4E517}" destId="{6F41A1F4-92BD-49C2-BF3C-E75867BF14CC}" srcOrd="2" destOrd="0" presId="urn:microsoft.com/office/officeart/2008/layout/LinedList"/>
    <dgm:cxn modelId="{7D169389-D5EF-4482-87E4-BA1867AE6D6A}" type="presParOf" srcId="{0304D7E8-4CBF-40FF-8B05-A1EAB7D4E517}" destId="{BB7DC063-41CB-4D08-A42A-2964D348AD8D}" srcOrd="3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844C198-9BD4-467E-A451-0F89EA6453F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0E28EAE-B228-4323-84ED-E2F4ED1A34F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Synthetic data may not match real-world.</a:t>
          </a:r>
        </a:p>
      </dgm:t>
    </dgm:pt>
    <dgm:pt modelId="{721CB346-567A-4317-B0DA-9096AB9242C0}" type="parTrans" cxnId="{A50E0F5A-A6B7-4DF5-96B7-343DBD62C89D}">
      <dgm:prSet/>
      <dgm:spPr/>
      <dgm:t>
        <a:bodyPr/>
        <a:lstStyle/>
        <a:p>
          <a:endParaRPr lang="en-US"/>
        </a:p>
      </dgm:t>
    </dgm:pt>
    <dgm:pt modelId="{3D2D9B4B-AFB3-432E-9634-DDA3E20286A8}" type="sibTrans" cxnId="{A50E0F5A-A6B7-4DF5-96B7-343DBD62C89D}">
      <dgm:prSet/>
      <dgm:spPr/>
      <dgm:t>
        <a:bodyPr/>
        <a:lstStyle/>
        <a:p>
          <a:endParaRPr lang="en-US"/>
        </a:p>
      </dgm:t>
    </dgm:pt>
    <dgm:pt modelId="{4A52E5C8-65D8-4A01-84FC-78E6C8E9701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Feature thresholds need refinement with experts.</a:t>
          </a:r>
        </a:p>
      </dgm:t>
    </dgm:pt>
    <dgm:pt modelId="{7BC81060-E7E8-4027-BD82-FAC8CD24BB49}" type="parTrans" cxnId="{A963173D-0F16-48EB-A99A-31C6DF0512B7}">
      <dgm:prSet/>
      <dgm:spPr/>
      <dgm:t>
        <a:bodyPr/>
        <a:lstStyle/>
        <a:p>
          <a:endParaRPr lang="en-US"/>
        </a:p>
      </dgm:t>
    </dgm:pt>
    <dgm:pt modelId="{9E236000-5451-44F2-9A37-5E53CB8A089A}" type="sibTrans" cxnId="{A963173D-0F16-48EB-A99A-31C6DF0512B7}">
      <dgm:prSet/>
      <dgm:spPr/>
      <dgm:t>
        <a:bodyPr/>
        <a:lstStyle/>
        <a:p>
          <a:endParaRPr lang="en-US"/>
        </a:p>
      </dgm:t>
    </dgm:pt>
    <dgm:pt modelId="{61283353-0644-4F33-96E8-0E7691367C1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Handles missing values poorly; no longitudinal data yet.</a:t>
          </a:r>
        </a:p>
      </dgm:t>
    </dgm:pt>
    <dgm:pt modelId="{CA540922-D381-49FF-BCBD-FE86B24B9004}" type="parTrans" cxnId="{537D0ADA-E56E-4C3B-BF7C-6AD43475A22D}">
      <dgm:prSet/>
      <dgm:spPr/>
      <dgm:t>
        <a:bodyPr/>
        <a:lstStyle/>
        <a:p>
          <a:endParaRPr lang="en-US"/>
        </a:p>
      </dgm:t>
    </dgm:pt>
    <dgm:pt modelId="{7B311D1E-78B8-4F4F-A924-B6EB634E206B}" type="sibTrans" cxnId="{537D0ADA-E56E-4C3B-BF7C-6AD43475A22D}">
      <dgm:prSet/>
      <dgm:spPr/>
      <dgm:t>
        <a:bodyPr/>
        <a:lstStyle/>
        <a:p>
          <a:endParaRPr lang="en-US"/>
        </a:p>
      </dgm:t>
    </dgm:pt>
    <dgm:pt modelId="{8C488DF2-4316-49C1-AD83-D45A0367F2A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Resource constraints for deployment in rural areas.</a:t>
          </a:r>
        </a:p>
      </dgm:t>
    </dgm:pt>
    <dgm:pt modelId="{A9C683A3-2CFB-4ED4-AF05-F4AB500DF3F8}" type="parTrans" cxnId="{B17B9A41-F938-42E4-AB45-C8A403566AA5}">
      <dgm:prSet/>
      <dgm:spPr/>
      <dgm:t>
        <a:bodyPr/>
        <a:lstStyle/>
        <a:p>
          <a:endParaRPr lang="en-US"/>
        </a:p>
      </dgm:t>
    </dgm:pt>
    <dgm:pt modelId="{EFF13656-C578-48E1-A96E-B90A807918EF}" type="sibTrans" cxnId="{B17B9A41-F938-42E4-AB45-C8A403566AA5}">
      <dgm:prSet/>
      <dgm:spPr/>
      <dgm:t>
        <a:bodyPr/>
        <a:lstStyle/>
        <a:p>
          <a:endParaRPr lang="en-US"/>
        </a:p>
      </dgm:t>
    </dgm:pt>
    <dgm:pt modelId="{610587CF-D380-4817-8CBE-AF43399C12C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Progress: Identified; plan to address in future work.</a:t>
          </a:r>
        </a:p>
      </dgm:t>
    </dgm:pt>
    <dgm:pt modelId="{4902B553-67F2-49EC-B787-5D020CDEB910}" type="parTrans" cxnId="{0621A9C2-A6F6-40FB-B5C2-E2D3DF05D13A}">
      <dgm:prSet/>
      <dgm:spPr/>
      <dgm:t>
        <a:bodyPr/>
        <a:lstStyle/>
        <a:p>
          <a:endParaRPr lang="en-US"/>
        </a:p>
      </dgm:t>
    </dgm:pt>
    <dgm:pt modelId="{51545ED6-974B-40DE-B3FB-8907EA9703FA}" type="sibTrans" cxnId="{0621A9C2-A6F6-40FB-B5C2-E2D3DF05D13A}">
      <dgm:prSet/>
      <dgm:spPr/>
      <dgm:t>
        <a:bodyPr/>
        <a:lstStyle/>
        <a:p>
          <a:endParaRPr lang="en-US"/>
        </a:p>
      </dgm:t>
    </dgm:pt>
    <dgm:pt modelId="{B15A025E-E059-489E-80A9-00390678E795}" type="pres">
      <dgm:prSet presAssocID="{3844C198-9BD4-467E-A451-0F89EA6453FF}" presName="root" presStyleCnt="0">
        <dgm:presLayoutVars>
          <dgm:dir/>
          <dgm:resizeHandles val="exact"/>
        </dgm:presLayoutVars>
      </dgm:prSet>
      <dgm:spPr/>
    </dgm:pt>
    <dgm:pt modelId="{72157056-9CB5-4015-B3FC-026A8A606962}" type="pres">
      <dgm:prSet presAssocID="{B0E28EAE-B228-4323-84ED-E2F4ED1A34FA}" presName="compNode" presStyleCnt="0"/>
      <dgm:spPr/>
    </dgm:pt>
    <dgm:pt modelId="{E0300E6A-B259-4067-A29A-1E2B037496AC}" type="pres">
      <dgm:prSet presAssocID="{B0E28EAE-B228-4323-84ED-E2F4ED1A34FA}" presName="bgRect" presStyleLbl="bgShp" presStyleIdx="0" presStyleCnt="5"/>
      <dgm:spPr/>
    </dgm:pt>
    <dgm:pt modelId="{C7142A0B-16D4-4808-AE7A-3608D48130D6}" type="pres">
      <dgm:prSet presAssocID="{B0E28EAE-B228-4323-84ED-E2F4ED1A34F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005D0A98-C77B-402F-BB03-0AEE8FA5A2B2}" type="pres">
      <dgm:prSet presAssocID="{B0E28EAE-B228-4323-84ED-E2F4ED1A34FA}" presName="spaceRect" presStyleCnt="0"/>
      <dgm:spPr/>
    </dgm:pt>
    <dgm:pt modelId="{E507E88E-7338-4656-8CE5-8F1AFB505670}" type="pres">
      <dgm:prSet presAssocID="{B0E28EAE-B228-4323-84ED-E2F4ED1A34FA}" presName="parTx" presStyleLbl="revTx" presStyleIdx="0" presStyleCnt="5">
        <dgm:presLayoutVars>
          <dgm:chMax val="0"/>
          <dgm:chPref val="0"/>
        </dgm:presLayoutVars>
      </dgm:prSet>
      <dgm:spPr/>
    </dgm:pt>
    <dgm:pt modelId="{782C61BC-5A04-46BF-ACE3-B2BF400AAB68}" type="pres">
      <dgm:prSet presAssocID="{3D2D9B4B-AFB3-432E-9634-DDA3E20286A8}" presName="sibTrans" presStyleCnt="0"/>
      <dgm:spPr/>
    </dgm:pt>
    <dgm:pt modelId="{EA8A1280-425A-4D74-BE42-4311AE9B6246}" type="pres">
      <dgm:prSet presAssocID="{4A52E5C8-65D8-4A01-84FC-78E6C8E97018}" presName="compNode" presStyleCnt="0"/>
      <dgm:spPr/>
    </dgm:pt>
    <dgm:pt modelId="{A3236B4A-D4B2-41F5-86B1-794311CF847B}" type="pres">
      <dgm:prSet presAssocID="{4A52E5C8-65D8-4A01-84FC-78E6C8E97018}" presName="bgRect" presStyleLbl="bgShp" presStyleIdx="1" presStyleCnt="5"/>
      <dgm:spPr/>
    </dgm:pt>
    <dgm:pt modelId="{524C350A-BEF3-408A-83DE-D97BA48BAC4F}" type="pres">
      <dgm:prSet presAssocID="{4A52E5C8-65D8-4A01-84FC-78E6C8E97018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AF438D9-8FF2-4FFA-A6DB-F0171E4BFD67}" type="pres">
      <dgm:prSet presAssocID="{4A52E5C8-65D8-4A01-84FC-78E6C8E97018}" presName="spaceRect" presStyleCnt="0"/>
      <dgm:spPr/>
    </dgm:pt>
    <dgm:pt modelId="{7CD18055-C9E4-4D7B-A1E4-C790B9935DEB}" type="pres">
      <dgm:prSet presAssocID="{4A52E5C8-65D8-4A01-84FC-78E6C8E97018}" presName="parTx" presStyleLbl="revTx" presStyleIdx="1" presStyleCnt="5">
        <dgm:presLayoutVars>
          <dgm:chMax val="0"/>
          <dgm:chPref val="0"/>
        </dgm:presLayoutVars>
      </dgm:prSet>
      <dgm:spPr/>
    </dgm:pt>
    <dgm:pt modelId="{E89C7AAD-591B-4679-80C8-DA8C14E82E05}" type="pres">
      <dgm:prSet presAssocID="{9E236000-5451-44F2-9A37-5E53CB8A089A}" presName="sibTrans" presStyleCnt="0"/>
      <dgm:spPr/>
    </dgm:pt>
    <dgm:pt modelId="{9AD0616B-6623-4D39-92F0-237741BADEF9}" type="pres">
      <dgm:prSet presAssocID="{61283353-0644-4F33-96E8-0E7691367C19}" presName="compNode" presStyleCnt="0"/>
      <dgm:spPr/>
    </dgm:pt>
    <dgm:pt modelId="{04049C5E-9F07-452F-9167-4300F08A1FFD}" type="pres">
      <dgm:prSet presAssocID="{61283353-0644-4F33-96E8-0E7691367C19}" presName="bgRect" presStyleLbl="bgShp" presStyleIdx="2" presStyleCnt="5"/>
      <dgm:spPr/>
    </dgm:pt>
    <dgm:pt modelId="{458A9DD5-9489-4002-82E8-FA8FE8FFC624}" type="pres">
      <dgm:prSet presAssocID="{61283353-0644-4F33-96E8-0E7691367C1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D81C790C-B7B5-45A2-867A-F19AD3ADD0D0}" type="pres">
      <dgm:prSet presAssocID="{61283353-0644-4F33-96E8-0E7691367C19}" presName="spaceRect" presStyleCnt="0"/>
      <dgm:spPr/>
    </dgm:pt>
    <dgm:pt modelId="{CBDB3F9E-BA64-480A-A622-A43B764F458F}" type="pres">
      <dgm:prSet presAssocID="{61283353-0644-4F33-96E8-0E7691367C19}" presName="parTx" presStyleLbl="revTx" presStyleIdx="2" presStyleCnt="5">
        <dgm:presLayoutVars>
          <dgm:chMax val="0"/>
          <dgm:chPref val="0"/>
        </dgm:presLayoutVars>
      </dgm:prSet>
      <dgm:spPr/>
    </dgm:pt>
    <dgm:pt modelId="{31F7D243-6E5C-4E2C-8F32-16FFA6F7CF69}" type="pres">
      <dgm:prSet presAssocID="{7B311D1E-78B8-4F4F-A924-B6EB634E206B}" presName="sibTrans" presStyleCnt="0"/>
      <dgm:spPr/>
    </dgm:pt>
    <dgm:pt modelId="{38323B83-9E5F-4CA7-93CF-B87242DC79AF}" type="pres">
      <dgm:prSet presAssocID="{8C488DF2-4316-49C1-AD83-D45A0367F2AB}" presName="compNode" presStyleCnt="0"/>
      <dgm:spPr/>
    </dgm:pt>
    <dgm:pt modelId="{B4994859-4067-438D-93FD-464CF0D7B3AB}" type="pres">
      <dgm:prSet presAssocID="{8C488DF2-4316-49C1-AD83-D45A0367F2AB}" presName="bgRect" presStyleLbl="bgShp" presStyleIdx="3" presStyleCnt="5"/>
      <dgm:spPr/>
    </dgm:pt>
    <dgm:pt modelId="{EFE4E5B6-C9CF-43FD-8719-37DC0C74DC9E}" type="pres">
      <dgm:prSet presAssocID="{8C488DF2-4316-49C1-AD83-D45A0367F2AB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rm scene"/>
        </a:ext>
      </dgm:extLst>
    </dgm:pt>
    <dgm:pt modelId="{91837500-BCFA-4FC4-B62C-9E704798FAD8}" type="pres">
      <dgm:prSet presAssocID="{8C488DF2-4316-49C1-AD83-D45A0367F2AB}" presName="spaceRect" presStyleCnt="0"/>
      <dgm:spPr/>
    </dgm:pt>
    <dgm:pt modelId="{88FAA67D-7B49-49C5-ACED-18F2342EB80F}" type="pres">
      <dgm:prSet presAssocID="{8C488DF2-4316-49C1-AD83-D45A0367F2AB}" presName="parTx" presStyleLbl="revTx" presStyleIdx="3" presStyleCnt="5">
        <dgm:presLayoutVars>
          <dgm:chMax val="0"/>
          <dgm:chPref val="0"/>
        </dgm:presLayoutVars>
      </dgm:prSet>
      <dgm:spPr/>
    </dgm:pt>
    <dgm:pt modelId="{51081EB4-1A66-44C1-ABAA-593A456E1B8F}" type="pres">
      <dgm:prSet presAssocID="{EFF13656-C578-48E1-A96E-B90A807918EF}" presName="sibTrans" presStyleCnt="0"/>
      <dgm:spPr/>
    </dgm:pt>
    <dgm:pt modelId="{732092CE-ADB2-4100-B23A-74CA5E12DFB3}" type="pres">
      <dgm:prSet presAssocID="{610587CF-D380-4817-8CBE-AF43399C12CA}" presName="compNode" presStyleCnt="0"/>
      <dgm:spPr/>
    </dgm:pt>
    <dgm:pt modelId="{BC9EE3EC-81AE-4F5A-84B8-92DB21100270}" type="pres">
      <dgm:prSet presAssocID="{610587CF-D380-4817-8CBE-AF43399C12CA}" presName="bgRect" presStyleLbl="bgShp" presStyleIdx="4" presStyleCnt="5"/>
      <dgm:spPr/>
    </dgm:pt>
    <dgm:pt modelId="{5A7B08A7-89B9-4A42-B9EE-B1CEC85340AC}" type="pres">
      <dgm:prSet presAssocID="{610587CF-D380-4817-8CBE-AF43399C12C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D85F908D-E179-4D7C-A98F-E24FAB82BA95}" type="pres">
      <dgm:prSet presAssocID="{610587CF-D380-4817-8CBE-AF43399C12CA}" presName="spaceRect" presStyleCnt="0"/>
      <dgm:spPr/>
    </dgm:pt>
    <dgm:pt modelId="{7FCD9C5F-DD22-4BA4-A1D8-1101895E6749}" type="pres">
      <dgm:prSet presAssocID="{610587CF-D380-4817-8CBE-AF43399C12CA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A963173D-0F16-48EB-A99A-31C6DF0512B7}" srcId="{3844C198-9BD4-467E-A451-0F89EA6453FF}" destId="{4A52E5C8-65D8-4A01-84FC-78E6C8E97018}" srcOrd="1" destOrd="0" parTransId="{7BC81060-E7E8-4027-BD82-FAC8CD24BB49}" sibTransId="{9E236000-5451-44F2-9A37-5E53CB8A089A}"/>
    <dgm:cxn modelId="{B17B9A41-F938-42E4-AB45-C8A403566AA5}" srcId="{3844C198-9BD4-467E-A451-0F89EA6453FF}" destId="{8C488DF2-4316-49C1-AD83-D45A0367F2AB}" srcOrd="3" destOrd="0" parTransId="{A9C683A3-2CFB-4ED4-AF05-F4AB500DF3F8}" sibTransId="{EFF13656-C578-48E1-A96E-B90A807918EF}"/>
    <dgm:cxn modelId="{A6ABDB70-6DC0-448F-80AA-E96071C43185}" type="presOf" srcId="{8C488DF2-4316-49C1-AD83-D45A0367F2AB}" destId="{88FAA67D-7B49-49C5-ACED-18F2342EB80F}" srcOrd="0" destOrd="0" presId="urn:microsoft.com/office/officeart/2018/2/layout/IconVerticalSolidList"/>
    <dgm:cxn modelId="{A50E0F5A-A6B7-4DF5-96B7-343DBD62C89D}" srcId="{3844C198-9BD4-467E-A451-0F89EA6453FF}" destId="{B0E28EAE-B228-4323-84ED-E2F4ED1A34FA}" srcOrd="0" destOrd="0" parTransId="{721CB346-567A-4317-B0DA-9096AB9242C0}" sibTransId="{3D2D9B4B-AFB3-432E-9634-DDA3E20286A8}"/>
    <dgm:cxn modelId="{D5589781-76B3-480E-BD60-6790EEB79F01}" type="presOf" srcId="{B0E28EAE-B228-4323-84ED-E2F4ED1A34FA}" destId="{E507E88E-7338-4656-8CE5-8F1AFB505670}" srcOrd="0" destOrd="0" presId="urn:microsoft.com/office/officeart/2018/2/layout/IconVerticalSolidList"/>
    <dgm:cxn modelId="{9BB35A9F-A43A-4014-8C00-B463C4512932}" type="presOf" srcId="{61283353-0644-4F33-96E8-0E7691367C19}" destId="{CBDB3F9E-BA64-480A-A622-A43B764F458F}" srcOrd="0" destOrd="0" presId="urn:microsoft.com/office/officeart/2018/2/layout/IconVerticalSolidList"/>
    <dgm:cxn modelId="{E2AE0CAD-B2F4-4554-BCED-8D57BED18D5A}" type="presOf" srcId="{3844C198-9BD4-467E-A451-0F89EA6453FF}" destId="{B15A025E-E059-489E-80A9-00390678E795}" srcOrd="0" destOrd="0" presId="urn:microsoft.com/office/officeart/2018/2/layout/IconVerticalSolidList"/>
    <dgm:cxn modelId="{C583AFB2-D42E-41F5-9626-742614601562}" type="presOf" srcId="{610587CF-D380-4817-8CBE-AF43399C12CA}" destId="{7FCD9C5F-DD22-4BA4-A1D8-1101895E6749}" srcOrd="0" destOrd="0" presId="urn:microsoft.com/office/officeart/2018/2/layout/IconVerticalSolidList"/>
    <dgm:cxn modelId="{0621A9C2-A6F6-40FB-B5C2-E2D3DF05D13A}" srcId="{3844C198-9BD4-467E-A451-0F89EA6453FF}" destId="{610587CF-D380-4817-8CBE-AF43399C12CA}" srcOrd="4" destOrd="0" parTransId="{4902B553-67F2-49EC-B787-5D020CDEB910}" sibTransId="{51545ED6-974B-40DE-B3FB-8907EA9703FA}"/>
    <dgm:cxn modelId="{3C7BC3D4-B5A5-4810-A3DE-711476307704}" type="presOf" srcId="{4A52E5C8-65D8-4A01-84FC-78E6C8E97018}" destId="{7CD18055-C9E4-4D7B-A1E4-C790B9935DEB}" srcOrd="0" destOrd="0" presId="urn:microsoft.com/office/officeart/2018/2/layout/IconVerticalSolidList"/>
    <dgm:cxn modelId="{537D0ADA-E56E-4C3B-BF7C-6AD43475A22D}" srcId="{3844C198-9BD4-467E-A451-0F89EA6453FF}" destId="{61283353-0644-4F33-96E8-0E7691367C19}" srcOrd="2" destOrd="0" parTransId="{CA540922-D381-49FF-BCBD-FE86B24B9004}" sibTransId="{7B311D1E-78B8-4F4F-A924-B6EB634E206B}"/>
    <dgm:cxn modelId="{B5DD5DB3-D81E-47EA-9A00-43DEB3CC4158}" type="presParOf" srcId="{B15A025E-E059-489E-80A9-00390678E795}" destId="{72157056-9CB5-4015-B3FC-026A8A606962}" srcOrd="0" destOrd="0" presId="urn:microsoft.com/office/officeart/2018/2/layout/IconVerticalSolidList"/>
    <dgm:cxn modelId="{AD199309-4F6C-42DF-8ACC-F29DFA849640}" type="presParOf" srcId="{72157056-9CB5-4015-B3FC-026A8A606962}" destId="{E0300E6A-B259-4067-A29A-1E2B037496AC}" srcOrd="0" destOrd="0" presId="urn:microsoft.com/office/officeart/2018/2/layout/IconVerticalSolidList"/>
    <dgm:cxn modelId="{C54BDD55-C1F2-4710-B433-0F74B666C446}" type="presParOf" srcId="{72157056-9CB5-4015-B3FC-026A8A606962}" destId="{C7142A0B-16D4-4808-AE7A-3608D48130D6}" srcOrd="1" destOrd="0" presId="urn:microsoft.com/office/officeart/2018/2/layout/IconVerticalSolidList"/>
    <dgm:cxn modelId="{BAFF6856-CF0F-48D9-BC6B-E3DDA750E704}" type="presParOf" srcId="{72157056-9CB5-4015-B3FC-026A8A606962}" destId="{005D0A98-C77B-402F-BB03-0AEE8FA5A2B2}" srcOrd="2" destOrd="0" presId="urn:microsoft.com/office/officeart/2018/2/layout/IconVerticalSolidList"/>
    <dgm:cxn modelId="{F589381B-38D9-41CB-80E1-ED22F49EB350}" type="presParOf" srcId="{72157056-9CB5-4015-B3FC-026A8A606962}" destId="{E507E88E-7338-4656-8CE5-8F1AFB505670}" srcOrd="3" destOrd="0" presId="urn:microsoft.com/office/officeart/2018/2/layout/IconVerticalSolidList"/>
    <dgm:cxn modelId="{7B361322-8AF7-458F-ADF7-12849A0015E7}" type="presParOf" srcId="{B15A025E-E059-489E-80A9-00390678E795}" destId="{782C61BC-5A04-46BF-ACE3-B2BF400AAB68}" srcOrd="1" destOrd="0" presId="urn:microsoft.com/office/officeart/2018/2/layout/IconVerticalSolidList"/>
    <dgm:cxn modelId="{0AED3678-00CD-4098-A984-85C6BB84D669}" type="presParOf" srcId="{B15A025E-E059-489E-80A9-00390678E795}" destId="{EA8A1280-425A-4D74-BE42-4311AE9B6246}" srcOrd="2" destOrd="0" presId="urn:microsoft.com/office/officeart/2018/2/layout/IconVerticalSolidList"/>
    <dgm:cxn modelId="{59D1C485-848C-4835-B662-318DC48D215E}" type="presParOf" srcId="{EA8A1280-425A-4D74-BE42-4311AE9B6246}" destId="{A3236B4A-D4B2-41F5-86B1-794311CF847B}" srcOrd="0" destOrd="0" presId="urn:microsoft.com/office/officeart/2018/2/layout/IconVerticalSolidList"/>
    <dgm:cxn modelId="{F31D2D29-AB93-464B-AF37-6B362F5695C8}" type="presParOf" srcId="{EA8A1280-425A-4D74-BE42-4311AE9B6246}" destId="{524C350A-BEF3-408A-83DE-D97BA48BAC4F}" srcOrd="1" destOrd="0" presId="urn:microsoft.com/office/officeart/2018/2/layout/IconVerticalSolidList"/>
    <dgm:cxn modelId="{06B8E6CA-E75E-43D2-9A0E-4227F56B715C}" type="presParOf" srcId="{EA8A1280-425A-4D74-BE42-4311AE9B6246}" destId="{6AF438D9-8FF2-4FFA-A6DB-F0171E4BFD67}" srcOrd="2" destOrd="0" presId="urn:microsoft.com/office/officeart/2018/2/layout/IconVerticalSolidList"/>
    <dgm:cxn modelId="{D78D0028-83FF-4DFD-B02E-AD5873A3D95C}" type="presParOf" srcId="{EA8A1280-425A-4D74-BE42-4311AE9B6246}" destId="{7CD18055-C9E4-4D7B-A1E4-C790B9935DEB}" srcOrd="3" destOrd="0" presId="urn:microsoft.com/office/officeart/2018/2/layout/IconVerticalSolidList"/>
    <dgm:cxn modelId="{16498AF0-00A1-41CD-AE5C-89D4293BFD62}" type="presParOf" srcId="{B15A025E-E059-489E-80A9-00390678E795}" destId="{E89C7AAD-591B-4679-80C8-DA8C14E82E05}" srcOrd="3" destOrd="0" presId="urn:microsoft.com/office/officeart/2018/2/layout/IconVerticalSolidList"/>
    <dgm:cxn modelId="{99C73CDB-6E85-4D2D-81A8-5CCE5EAE3182}" type="presParOf" srcId="{B15A025E-E059-489E-80A9-00390678E795}" destId="{9AD0616B-6623-4D39-92F0-237741BADEF9}" srcOrd="4" destOrd="0" presId="urn:microsoft.com/office/officeart/2018/2/layout/IconVerticalSolidList"/>
    <dgm:cxn modelId="{DDBC53DA-0BBD-41B4-8ED8-0EAC40FED84D}" type="presParOf" srcId="{9AD0616B-6623-4D39-92F0-237741BADEF9}" destId="{04049C5E-9F07-452F-9167-4300F08A1FFD}" srcOrd="0" destOrd="0" presId="urn:microsoft.com/office/officeart/2018/2/layout/IconVerticalSolidList"/>
    <dgm:cxn modelId="{5322AE98-1437-44F7-961E-CC68B78C82C6}" type="presParOf" srcId="{9AD0616B-6623-4D39-92F0-237741BADEF9}" destId="{458A9DD5-9489-4002-82E8-FA8FE8FFC624}" srcOrd="1" destOrd="0" presId="urn:microsoft.com/office/officeart/2018/2/layout/IconVerticalSolidList"/>
    <dgm:cxn modelId="{191991FB-04CA-4157-A099-71175F8965E6}" type="presParOf" srcId="{9AD0616B-6623-4D39-92F0-237741BADEF9}" destId="{D81C790C-B7B5-45A2-867A-F19AD3ADD0D0}" srcOrd="2" destOrd="0" presId="urn:microsoft.com/office/officeart/2018/2/layout/IconVerticalSolidList"/>
    <dgm:cxn modelId="{7AD16D58-A57A-4A4B-9D31-512A40DDD1B7}" type="presParOf" srcId="{9AD0616B-6623-4D39-92F0-237741BADEF9}" destId="{CBDB3F9E-BA64-480A-A622-A43B764F458F}" srcOrd="3" destOrd="0" presId="urn:microsoft.com/office/officeart/2018/2/layout/IconVerticalSolidList"/>
    <dgm:cxn modelId="{B4A3318E-1162-4985-9FE2-141372676138}" type="presParOf" srcId="{B15A025E-E059-489E-80A9-00390678E795}" destId="{31F7D243-6E5C-4E2C-8F32-16FFA6F7CF69}" srcOrd="5" destOrd="0" presId="urn:microsoft.com/office/officeart/2018/2/layout/IconVerticalSolidList"/>
    <dgm:cxn modelId="{E151B13A-7F50-4069-ADB9-EF9F1FF10B45}" type="presParOf" srcId="{B15A025E-E059-489E-80A9-00390678E795}" destId="{38323B83-9E5F-4CA7-93CF-B87242DC79AF}" srcOrd="6" destOrd="0" presId="urn:microsoft.com/office/officeart/2018/2/layout/IconVerticalSolidList"/>
    <dgm:cxn modelId="{2ED2BF50-992D-4431-8D46-4D541337FEC0}" type="presParOf" srcId="{38323B83-9E5F-4CA7-93CF-B87242DC79AF}" destId="{B4994859-4067-438D-93FD-464CF0D7B3AB}" srcOrd="0" destOrd="0" presId="urn:microsoft.com/office/officeart/2018/2/layout/IconVerticalSolidList"/>
    <dgm:cxn modelId="{0611D619-6245-45FC-805F-9C2D0D6A9CCD}" type="presParOf" srcId="{38323B83-9E5F-4CA7-93CF-B87242DC79AF}" destId="{EFE4E5B6-C9CF-43FD-8719-37DC0C74DC9E}" srcOrd="1" destOrd="0" presId="urn:microsoft.com/office/officeart/2018/2/layout/IconVerticalSolidList"/>
    <dgm:cxn modelId="{D86733EE-AF6F-4C67-9796-E75699CCF10D}" type="presParOf" srcId="{38323B83-9E5F-4CA7-93CF-B87242DC79AF}" destId="{91837500-BCFA-4FC4-B62C-9E704798FAD8}" srcOrd="2" destOrd="0" presId="urn:microsoft.com/office/officeart/2018/2/layout/IconVerticalSolidList"/>
    <dgm:cxn modelId="{4588564D-4C36-4B0D-A4F3-9468B02CE23E}" type="presParOf" srcId="{38323B83-9E5F-4CA7-93CF-B87242DC79AF}" destId="{88FAA67D-7B49-49C5-ACED-18F2342EB80F}" srcOrd="3" destOrd="0" presId="urn:microsoft.com/office/officeart/2018/2/layout/IconVerticalSolidList"/>
    <dgm:cxn modelId="{528B8DE6-53C8-4CC3-AB29-7CFBB785CDD9}" type="presParOf" srcId="{B15A025E-E059-489E-80A9-00390678E795}" destId="{51081EB4-1A66-44C1-ABAA-593A456E1B8F}" srcOrd="7" destOrd="0" presId="urn:microsoft.com/office/officeart/2018/2/layout/IconVerticalSolidList"/>
    <dgm:cxn modelId="{56927D93-7096-4069-81A3-59F4C344ACBA}" type="presParOf" srcId="{B15A025E-E059-489E-80A9-00390678E795}" destId="{732092CE-ADB2-4100-B23A-74CA5E12DFB3}" srcOrd="8" destOrd="0" presId="urn:microsoft.com/office/officeart/2018/2/layout/IconVerticalSolidList"/>
    <dgm:cxn modelId="{8B0870A5-A153-46CD-BA97-6D011916D556}" type="presParOf" srcId="{732092CE-ADB2-4100-B23A-74CA5E12DFB3}" destId="{BC9EE3EC-81AE-4F5A-84B8-92DB21100270}" srcOrd="0" destOrd="0" presId="urn:microsoft.com/office/officeart/2018/2/layout/IconVerticalSolidList"/>
    <dgm:cxn modelId="{B4C729EE-84BF-4FFE-882B-1ECA1CDBF565}" type="presParOf" srcId="{732092CE-ADB2-4100-B23A-74CA5E12DFB3}" destId="{5A7B08A7-89B9-4A42-B9EE-B1CEC85340AC}" srcOrd="1" destOrd="0" presId="urn:microsoft.com/office/officeart/2018/2/layout/IconVerticalSolidList"/>
    <dgm:cxn modelId="{112A0A07-6BD4-4089-901E-32D0348E1066}" type="presParOf" srcId="{732092CE-ADB2-4100-B23A-74CA5E12DFB3}" destId="{D85F908D-E179-4D7C-A98F-E24FAB82BA95}" srcOrd="2" destOrd="0" presId="urn:microsoft.com/office/officeart/2018/2/layout/IconVerticalSolidList"/>
    <dgm:cxn modelId="{35AD967F-49BB-4231-A5DD-B2154751FC88}" type="presParOf" srcId="{732092CE-ADB2-4100-B23A-74CA5E12DFB3}" destId="{7FCD9C5F-DD22-4BA4-A1D8-1101895E674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D553142-460C-499A-941B-F1507D0F06C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0A9CC81-F7CF-4E44-8F92-2BE69FD53EC4}">
      <dgm:prSet/>
      <dgm:spPr/>
      <dgm:t>
        <a:bodyPr/>
        <a:lstStyle/>
        <a:p>
          <a:r>
            <a:rPr lang="en-US"/>
            <a:t>KIBONDO integrates ML and rules for automated risk monitoring and vaccination tracking.</a:t>
          </a:r>
        </a:p>
      </dgm:t>
    </dgm:pt>
    <dgm:pt modelId="{79E4DB73-4D09-43DA-BEDE-80840B0ED5D5}" type="parTrans" cxnId="{AF3F584D-1663-48EA-B774-55202126C3E0}">
      <dgm:prSet/>
      <dgm:spPr/>
      <dgm:t>
        <a:bodyPr/>
        <a:lstStyle/>
        <a:p>
          <a:endParaRPr lang="en-US"/>
        </a:p>
      </dgm:t>
    </dgm:pt>
    <dgm:pt modelId="{68A596AF-996C-4141-ACEC-7ED26FC00730}" type="sibTrans" cxnId="{AF3F584D-1663-48EA-B774-55202126C3E0}">
      <dgm:prSet phldrT="1" phldr="0"/>
      <dgm:spPr/>
      <dgm:t>
        <a:bodyPr/>
        <a:lstStyle/>
        <a:p>
          <a:r>
            <a:rPr lang="en-US"/>
            <a:t>1</a:t>
          </a:r>
        </a:p>
      </dgm:t>
    </dgm:pt>
    <dgm:pt modelId="{127EE84B-D5AB-4E2E-B7BC-07FBDD5C514B}">
      <dgm:prSet/>
      <dgm:spPr/>
      <dgm:t>
        <a:bodyPr/>
        <a:lstStyle/>
        <a:p>
          <a:r>
            <a:rPr lang="en-US"/>
            <a:t>Achieved balanced performance (macro F1=0.329); poised to improve child health in Rwanda.</a:t>
          </a:r>
        </a:p>
      </dgm:t>
    </dgm:pt>
    <dgm:pt modelId="{FA19463D-408A-4A70-9AF6-C04D3CC9B8F8}" type="parTrans" cxnId="{D63B161E-76E1-4F0D-BCE9-F2F8068FA55C}">
      <dgm:prSet/>
      <dgm:spPr/>
      <dgm:t>
        <a:bodyPr/>
        <a:lstStyle/>
        <a:p>
          <a:endParaRPr lang="en-US"/>
        </a:p>
      </dgm:t>
    </dgm:pt>
    <dgm:pt modelId="{6E603F3E-5E33-498C-BA74-BFB7FF66CB9C}" type="sibTrans" cxnId="{D63B161E-76E1-4F0D-BCE9-F2F8068FA55C}">
      <dgm:prSet phldrT="2" phldr="0"/>
      <dgm:spPr/>
      <dgm:t>
        <a:bodyPr/>
        <a:lstStyle/>
        <a:p>
          <a:r>
            <a:rPr lang="en-US"/>
            <a:t>2</a:t>
          </a:r>
        </a:p>
      </dgm:t>
    </dgm:pt>
    <dgm:pt modelId="{65055162-09F4-433A-AB45-B764D274096D}">
      <dgm:prSet/>
      <dgm:spPr/>
      <dgm:t>
        <a:bodyPr/>
        <a:lstStyle/>
        <a:p>
          <a:r>
            <a:rPr lang="en-US"/>
            <a:t>Next Steps: Clinical validation, deployment, and scaling.</a:t>
          </a:r>
        </a:p>
      </dgm:t>
    </dgm:pt>
    <dgm:pt modelId="{4B12E00F-577D-45AC-9E54-246346F2F319}" type="parTrans" cxnId="{6DBA3879-8D94-4EBA-B7A8-9E4BD09AC2FD}">
      <dgm:prSet/>
      <dgm:spPr/>
      <dgm:t>
        <a:bodyPr/>
        <a:lstStyle/>
        <a:p>
          <a:endParaRPr lang="en-US"/>
        </a:p>
      </dgm:t>
    </dgm:pt>
    <dgm:pt modelId="{63B903F4-01F4-4170-99AA-E6CF0D908BBD}" type="sibTrans" cxnId="{6DBA3879-8D94-4EBA-B7A8-9E4BD09AC2FD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63A98E88-998E-4043-80D4-3094B4B0D1BE}">
      <dgm:prSet/>
      <dgm:spPr/>
      <dgm:t>
        <a:bodyPr/>
        <a:lstStyle/>
        <a:p>
          <a:r>
            <a:rPr lang="en-US"/>
            <a:t>Call to Action: Seek feedback from Rwanda Ministry of Health and pediatricians.</a:t>
          </a:r>
        </a:p>
      </dgm:t>
    </dgm:pt>
    <dgm:pt modelId="{3093AF03-F5D6-4CFD-9144-A79597B73934}" type="parTrans" cxnId="{0F01A97C-BB04-4C80-AC68-724B1882A302}">
      <dgm:prSet/>
      <dgm:spPr/>
      <dgm:t>
        <a:bodyPr/>
        <a:lstStyle/>
        <a:p>
          <a:endParaRPr lang="en-US"/>
        </a:p>
      </dgm:t>
    </dgm:pt>
    <dgm:pt modelId="{D98D7958-00A3-4979-AAFC-9C1630E734AC}" type="sibTrans" cxnId="{0F01A97C-BB04-4C80-AC68-724B1882A302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91DEA894-C96C-4261-848C-DA20F49DDE3C}" type="pres">
      <dgm:prSet presAssocID="{2D553142-460C-499A-941B-F1507D0F06C1}" presName="Name0" presStyleCnt="0">
        <dgm:presLayoutVars>
          <dgm:animLvl val="lvl"/>
          <dgm:resizeHandles val="exact"/>
        </dgm:presLayoutVars>
      </dgm:prSet>
      <dgm:spPr/>
    </dgm:pt>
    <dgm:pt modelId="{A24B4D31-2B00-45D3-A549-61E77892F72C}" type="pres">
      <dgm:prSet presAssocID="{00A9CC81-F7CF-4E44-8F92-2BE69FD53EC4}" presName="compositeNode" presStyleCnt="0">
        <dgm:presLayoutVars>
          <dgm:bulletEnabled val="1"/>
        </dgm:presLayoutVars>
      </dgm:prSet>
      <dgm:spPr/>
    </dgm:pt>
    <dgm:pt modelId="{2AB922B9-084D-44AE-890D-A3B86F830E8A}" type="pres">
      <dgm:prSet presAssocID="{00A9CC81-F7CF-4E44-8F92-2BE69FD53EC4}" presName="bgRect" presStyleLbl="bgAccFollowNode1" presStyleIdx="0" presStyleCnt="4"/>
      <dgm:spPr/>
    </dgm:pt>
    <dgm:pt modelId="{16AE3E3A-6340-4C9B-8121-CDC65FC4373D}" type="pres">
      <dgm:prSet presAssocID="{68A596AF-996C-4141-ACEC-7ED26FC00730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FD0DB799-4B1D-4F09-9527-178C57DA701C}" type="pres">
      <dgm:prSet presAssocID="{00A9CC81-F7CF-4E44-8F92-2BE69FD53EC4}" presName="bottomLine" presStyleLbl="alignNode1" presStyleIdx="1" presStyleCnt="8">
        <dgm:presLayoutVars/>
      </dgm:prSet>
      <dgm:spPr/>
    </dgm:pt>
    <dgm:pt modelId="{56C9F15D-A921-4963-8109-E1FC168B8793}" type="pres">
      <dgm:prSet presAssocID="{00A9CC81-F7CF-4E44-8F92-2BE69FD53EC4}" presName="nodeText" presStyleLbl="bgAccFollowNode1" presStyleIdx="0" presStyleCnt="4">
        <dgm:presLayoutVars>
          <dgm:bulletEnabled val="1"/>
        </dgm:presLayoutVars>
      </dgm:prSet>
      <dgm:spPr/>
    </dgm:pt>
    <dgm:pt modelId="{3B1D1CF3-0797-42AF-AD5B-3BB5B2B24588}" type="pres">
      <dgm:prSet presAssocID="{68A596AF-996C-4141-ACEC-7ED26FC00730}" presName="sibTrans" presStyleCnt="0"/>
      <dgm:spPr/>
    </dgm:pt>
    <dgm:pt modelId="{8963D685-7548-4098-B39F-350E87EC1A68}" type="pres">
      <dgm:prSet presAssocID="{127EE84B-D5AB-4E2E-B7BC-07FBDD5C514B}" presName="compositeNode" presStyleCnt="0">
        <dgm:presLayoutVars>
          <dgm:bulletEnabled val="1"/>
        </dgm:presLayoutVars>
      </dgm:prSet>
      <dgm:spPr/>
    </dgm:pt>
    <dgm:pt modelId="{2EAA0EBF-4239-44ED-8A21-0969B8E01ADC}" type="pres">
      <dgm:prSet presAssocID="{127EE84B-D5AB-4E2E-B7BC-07FBDD5C514B}" presName="bgRect" presStyleLbl="bgAccFollowNode1" presStyleIdx="1" presStyleCnt="4"/>
      <dgm:spPr/>
    </dgm:pt>
    <dgm:pt modelId="{D68B9878-95B7-473C-851C-8D316107713F}" type="pres">
      <dgm:prSet presAssocID="{6E603F3E-5E33-498C-BA74-BFB7FF66CB9C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A6FF4495-2985-4535-AECB-73267D5311C5}" type="pres">
      <dgm:prSet presAssocID="{127EE84B-D5AB-4E2E-B7BC-07FBDD5C514B}" presName="bottomLine" presStyleLbl="alignNode1" presStyleIdx="3" presStyleCnt="8">
        <dgm:presLayoutVars/>
      </dgm:prSet>
      <dgm:spPr/>
    </dgm:pt>
    <dgm:pt modelId="{4B2CA605-84C3-496F-AEB8-8A35CA57F015}" type="pres">
      <dgm:prSet presAssocID="{127EE84B-D5AB-4E2E-B7BC-07FBDD5C514B}" presName="nodeText" presStyleLbl="bgAccFollowNode1" presStyleIdx="1" presStyleCnt="4">
        <dgm:presLayoutVars>
          <dgm:bulletEnabled val="1"/>
        </dgm:presLayoutVars>
      </dgm:prSet>
      <dgm:spPr/>
    </dgm:pt>
    <dgm:pt modelId="{A7E909F0-EDE2-4643-A64C-25A6E06666F9}" type="pres">
      <dgm:prSet presAssocID="{6E603F3E-5E33-498C-BA74-BFB7FF66CB9C}" presName="sibTrans" presStyleCnt="0"/>
      <dgm:spPr/>
    </dgm:pt>
    <dgm:pt modelId="{B84E160E-7A8A-4769-9E89-FFE4A804CDED}" type="pres">
      <dgm:prSet presAssocID="{65055162-09F4-433A-AB45-B764D274096D}" presName="compositeNode" presStyleCnt="0">
        <dgm:presLayoutVars>
          <dgm:bulletEnabled val="1"/>
        </dgm:presLayoutVars>
      </dgm:prSet>
      <dgm:spPr/>
    </dgm:pt>
    <dgm:pt modelId="{7B36B424-E649-46A2-A6EF-BC66EADD4044}" type="pres">
      <dgm:prSet presAssocID="{65055162-09F4-433A-AB45-B764D274096D}" presName="bgRect" presStyleLbl="bgAccFollowNode1" presStyleIdx="2" presStyleCnt="4"/>
      <dgm:spPr/>
    </dgm:pt>
    <dgm:pt modelId="{703AA4C2-BF61-49E5-8138-96711170698B}" type="pres">
      <dgm:prSet presAssocID="{63B903F4-01F4-4170-99AA-E6CF0D908BBD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28613F46-7935-4B43-80C3-9EA16CDB002D}" type="pres">
      <dgm:prSet presAssocID="{65055162-09F4-433A-AB45-B764D274096D}" presName="bottomLine" presStyleLbl="alignNode1" presStyleIdx="5" presStyleCnt="8">
        <dgm:presLayoutVars/>
      </dgm:prSet>
      <dgm:spPr/>
    </dgm:pt>
    <dgm:pt modelId="{47788D3F-9FE9-46FC-B4C4-29DF0CB0E59F}" type="pres">
      <dgm:prSet presAssocID="{65055162-09F4-433A-AB45-B764D274096D}" presName="nodeText" presStyleLbl="bgAccFollowNode1" presStyleIdx="2" presStyleCnt="4">
        <dgm:presLayoutVars>
          <dgm:bulletEnabled val="1"/>
        </dgm:presLayoutVars>
      </dgm:prSet>
      <dgm:spPr/>
    </dgm:pt>
    <dgm:pt modelId="{53D56101-1B14-4B71-A7D7-0C6DDADFD2AD}" type="pres">
      <dgm:prSet presAssocID="{63B903F4-01F4-4170-99AA-E6CF0D908BBD}" presName="sibTrans" presStyleCnt="0"/>
      <dgm:spPr/>
    </dgm:pt>
    <dgm:pt modelId="{A3ECE9F0-CA26-442B-9197-55D12F8995B2}" type="pres">
      <dgm:prSet presAssocID="{63A98E88-998E-4043-80D4-3094B4B0D1BE}" presName="compositeNode" presStyleCnt="0">
        <dgm:presLayoutVars>
          <dgm:bulletEnabled val="1"/>
        </dgm:presLayoutVars>
      </dgm:prSet>
      <dgm:spPr/>
    </dgm:pt>
    <dgm:pt modelId="{365FD1DD-070D-4742-BCC8-423F4007F41C}" type="pres">
      <dgm:prSet presAssocID="{63A98E88-998E-4043-80D4-3094B4B0D1BE}" presName="bgRect" presStyleLbl="bgAccFollowNode1" presStyleIdx="3" presStyleCnt="4"/>
      <dgm:spPr/>
    </dgm:pt>
    <dgm:pt modelId="{5C38FA9E-301E-4F6C-8E7F-CB2DEEE0EAD0}" type="pres">
      <dgm:prSet presAssocID="{D98D7958-00A3-4979-AAFC-9C1630E734AC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3FCF2A1D-D83F-415B-B8BF-74FAB90F985C}" type="pres">
      <dgm:prSet presAssocID="{63A98E88-998E-4043-80D4-3094B4B0D1BE}" presName="bottomLine" presStyleLbl="alignNode1" presStyleIdx="7" presStyleCnt="8">
        <dgm:presLayoutVars/>
      </dgm:prSet>
      <dgm:spPr/>
    </dgm:pt>
    <dgm:pt modelId="{9A40C609-4472-4AAE-A578-C3F306CBCC70}" type="pres">
      <dgm:prSet presAssocID="{63A98E88-998E-4043-80D4-3094B4B0D1BE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D63B161E-76E1-4F0D-BCE9-F2F8068FA55C}" srcId="{2D553142-460C-499A-941B-F1507D0F06C1}" destId="{127EE84B-D5AB-4E2E-B7BC-07FBDD5C514B}" srcOrd="1" destOrd="0" parTransId="{FA19463D-408A-4A70-9AF6-C04D3CC9B8F8}" sibTransId="{6E603F3E-5E33-498C-BA74-BFB7FF66CB9C}"/>
    <dgm:cxn modelId="{65842233-3E5C-49B2-B5A8-D8366016AED0}" type="presOf" srcId="{2D553142-460C-499A-941B-F1507D0F06C1}" destId="{91DEA894-C96C-4261-848C-DA20F49DDE3C}" srcOrd="0" destOrd="0" presId="urn:microsoft.com/office/officeart/2016/7/layout/BasicLinearProcessNumbered"/>
    <dgm:cxn modelId="{51CFFC66-AA26-45F6-A8E3-13570873A6F8}" type="presOf" srcId="{127EE84B-D5AB-4E2E-B7BC-07FBDD5C514B}" destId="{2EAA0EBF-4239-44ED-8A21-0969B8E01ADC}" srcOrd="0" destOrd="0" presId="urn:microsoft.com/office/officeart/2016/7/layout/BasicLinearProcessNumbered"/>
    <dgm:cxn modelId="{AF3F584D-1663-48EA-B774-55202126C3E0}" srcId="{2D553142-460C-499A-941B-F1507D0F06C1}" destId="{00A9CC81-F7CF-4E44-8F92-2BE69FD53EC4}" srcOrd="0" destOrd="0" parTransId="{79E4DB73-4D09-43DA-BEDE-80840B0ED5D5}" sibTransId="{68A596AF-996C-4141-ACEC-7ED26FC00730}"/>
    <dgm:cxn modelId="{2412E673-FADC-4E4E-8E85-BF5A210C3878}" type="presOf" srcId="{63A98E88-998E-4043-80D4-3094B4B0D1BE}" destId="{365FD1DD-070D-4742-BCC8-423F4007F41C}" srcOrd="0" destOrd="0" presId="urn:microsoft.com/office/officeart/2016/7/layout/BasicLinearProcessNumbered"/>
    <dgm:cxn modelId="{6DBA3879-8D94-4EBA-B7A8-9E4BD09AC2FD}" srcId="{2D553142-460C-499A-941B-F1507D0F06C1}" destId="{65055162-09F4-433A-AB45-B764D274096D}" srcOrd="2" destOrd="0" parTransId="{4B12E00F-577D-45AC-9E54-246346F2F319}" sibTransId="{63B903F4-01F4-4170-99AA-E6CF0D908BBD}"/>
    <dgm:cxn modelId="{DC70ED5A-EB8E-440F-A84D-8CE42207F30D}" type="presOf" srcId="{D98D7958-00A3-4979-AAFC-9C1630E734AC}" destId="{5C38FA9E-301E-4F6C-8E7F-CB2DEEE0EAD0}" srcOrd="0" destOrd="0" presId="urn:microsoft.com/office/officeart/2016/7/layout/BasicLinearProcessNumbered"/>
    <dgm:cxn modelId="{0F01A97C-BB04-4C80-AC68-724B1882A302}" srcId="{2D553142-460C-499A-941B-F1507D0F06C1}" destId="{63A98E88-998E-4043-80D4-3094B4B0D1BE}" srcOrd="3" destOrd="0" parTransId="{3093AF03-F5D6-4CFD-9144-A79597B73934}" sibTransId="{D98D7958-00A3-4979-AAFC-9C1630E734AC}"/>
    <dgm:cxn modelId="{0F04657E-D348-4EB0-914A-3BD6B9CFA96E}" type="presOf" srcId="{63A98E88-998E-4043-80D4-3094B4B0D1BE}" destId="{9A40C609-4472-4AAE-A578-C3F306CBCC70}" srcOrd="1" destOrd="0" presId="urn:microsoft.com/office/officeart/2016/7/layout/BasicLinearProcessNumbered"/>
    <dgm:cxn modelId="{D36E3381-D951-4A32-818C-654907D51835}" type="presOf" srcId="{00A9CC81-F7CF-4E44-8F92-2BE69FD53EC4}" destId="{56C9F15D-A921-4963-8109-E1FC168B8793}" srcOrd="1" destOrd="0" presId="urn:microsoft.com/office/officeart/2016/7/layout/BasicLinearProcessNumbered"/>
    <dgm:cxn modelId="{D9988483-811E-43A7-8870-296458000A4F}" type="presOf" srcId="{6E603F3E-5E33-498C-BA74-BFB7FF66CB9C}" destId="{D68B9878-95B7-473C-851C-8D316107713F}" srcOrd="0" destOrd="0" presId="urn:microsoft.com/office/officeart/2016/7/layout/BasicLinearProcessNumbered"/>
    <dgm:cxn modelId="{11C763A5-08D4-45E0-8BEB-9465C86D8767}" type="presOf" srcId="{68A596AF-996C-4141-ACEC-7ED26FC00730}" destId="{16AE3E3A-6340-4C9B-8121-CDC65FC4373D}" srcOrd="0" destOrd="0" presId="urn:microsoft.com/office/officeart/2016/7/layout/BasicLinearProcessNumbered"/>
    <dgm:cxn modelId="{7F167BA5-43F5-430C-902A-ADE239AB996A}" type="presOf" srcId="{63B903F4-01F4-4170-99AA-E6CF0D908BBD}" destId="{703AA4C2-BF61-49E5-8138-96711170698B}" srcOrd="0" destOrd="0" presId="urn:microsoft.com/office/officeart/2016/7/layout/BasicLinearProcessNumbered"/>
    <dgm:cxn modelId="{A90E8FB2-4EFD-4307-9954-30FA65EC41A9}" type="presOf" srcId="{127EE84B-D5AB-4E2E-B7BC-07FBDD5C514B}" destId="{4B2CA605-84C3-496F-AEB8-8A35CA57F015}" srcOrd="1" destOrd="0" presId="urn:microsoft.com/office/officeart/2016/7/layout/BasicLinearProcessNumbered"/>
    <dgm:cxn modelId="{BF626EC4-FEDB-4106-AA64-482DA635783F}" type="presOf" srcId="{65055162-09F4-433A-AB45-B764D274096D}" destId="{7B36B424-E649-46A2-A6EF-BC66EADD4044}" srcOrd="0" destOrd="0" presId="urn:microsoft.com/office/officeart/2016/7/layout/BasicLinearProcessNumbered"/>
    <dgm:cxn modelId="{FF55D6E2-E06D-4FAC-B34B-A754276CBE62}" type="presOf" srcId="{65055162-09F4-433A-AB45-B764D274096D}" destId="{47788D3F-9FE9-46FC-B4C4-29DF0CB0E59F}" srcOrd="1" destOrd="0" presId="urn:microsoft.com/office/officeart/2016/7/layout/BasicLinearProcessNumbered"/>
    <dgm:cxn modelId="{F13FC2E7-6340-4DC7-B8F2-DDC8A7394B6C}" type="presOf" srcId="{00A9CC81-F7CF-4E44-8F92-2BE69FD53EC4}" destId="{2AB922B9-084D-44AE-890D-A3B86F830E8A}" srcOrd="0" destOrd="0" presId="urn:microsoft.com/office/officeart/2016/7/layout/BasicLinearProcessNumbered"/>
    <dgm:cxn modelId="{0D78C221-C44F-466E-9F0F-1F264156DADE}" type="presParOf" srcId="{91DEA894-C96C-4261-848C-DA20F49DDE3C}" destId="{A24B4D31-2B00-45D3-A549-61E77892F72C}" srcOrd="0" destOrd="0" presId="urn:microsoft.com/office/officeart/2016/7/layout/BasicLinearProcessNumbered"/>
    <dgm:cxn modelId="{05094E23-918B-4564-BA93-B4A4888BFEA1}" type="presParOf" srcId="{A24B4D31-2B00-45D3-A549-61E77892F72C}" destId="{2AB922B9-084D-44AE-890D-A3B86F830E8A}" srcOrd="0" destOrd="0" presId="urn:microsoft.com/office/officeart/2016/7/layout/BasicLinearProcessNumbered"/>
    <dgm:cxn modelId="{548E3207-EE8F-4C29-BD2D-41C298AE7086}" type="presParOf" srcId="{A24B4D31-2B00-45D3-A549-61E77892F72C}" destId="{16AE3E3A-6340-4C9B-8121-CDC65FC4373D}" srcOrd="1" destOrd="0" presId="urn:microsoft.com/office/officeart/2016/7/layout/BasicLinearProcessNumbered"/>
    <dgm:cxn modelId="{8E4B9AD8-8FAC-4EC7-BAD2-94E07E1AC09C}" type="presParOf" srcId="{A24B4D31-2B00-45D3-A549-61E77892F72C}" destId="{FD0DB799-4B1D-4F09-9527-178C57DA701C}" srcOrd="2" destOrd="0" presId="urn:microsoft.com/office/officeart/2016/7/layout/BasicLinearProcessNumbered"/>
    <dgm:cxn modelId="{D0B13B14-C7B1-4D31-842E-33DC6E22C62F}" type="presParOf" srcId="{A24B4D31-2B00-45D3-A549-61E77892F72C}" destId="{56C9F15D-A921-4963-8109-E1FC168B8793}" srcOrd="3" destOrd="0" presId="urn:microsoft.com/office/officeart/2016/7/layout/BasicLinearProcessNumbered"/>
    <dgm:cxn modelId="{AE1A8FEC-D589-4CF8-90AA-67CD3EDEA137}" type="presParOf" srcId="{91DEA894-C96C-4261-848C-DA20F49DDE3C}" destId="{3B1D1CF3-0797-42AF-AD5B-3BB5B2B24588}" srcOrd="1" destOrd="0" presId="urn:microsoft.com/office/officeart/2016/7/layout/BasicLinearProcessNumbered"/>
    <dgm:cxn modelId="{D59D262F-962C-4C62-8733-1D611E4F91FE}" type="presParOf" srcId="{91DEA894-C96C-4261-848C-DA20F49DDE3C}" destId="{8963D685-7548-4098-B39F-350E87EC1A68}" srcOrd="2" destOrd="0" presId="urn:microsoft.com/office/officeart/2016/7/layout/BasicLinearProcessNumbered"/>
    <dgm:cxn modelId="{1193A482-55F9-4A5D-9C6E-533CA8343CD4}" type="presParOf" srcId="{8963D685-7548-4098-B39F-350E87EC1A68}" destId="{2EAA0EBF-4239-44ED-8A21-0969B8E01ADC}" srcOrd="0" destOrd="0" presId="urn:microsoft.com/office/officeart/2016/7/layout/BasicLinearProcessNumbered"/>
    <dgm:cxn modelId="{45D60998-ED82-4019-A493-EDA6768BADF4}" type="presParOf" srcId="{8963D685-7548-4098-B39F-350E87EC1A68}" destId="{D68B9878-95B7-473C-851C-8D316107713F}" srcOrd="1" destOrd="0" presId="urn:microsoft.com/office/officeart/2016/7/layout/BasicLinearProcessNumbered"/>
    <dgm:cxn modelId="{91BF17A3-A99E-4BAA-A55A-7A5DFA3EAC54}" type="presParOf" srcId="{8963D685-7548-4098-B39F-350E87EC1A68}" destId="{A6FF4495-2985-4535-AECB-73267D5311C5}" srcOrd="2" destOrd="0" presId="urn:microsoft.com/office/officeart/2016/7/layout/BasicLinearProcessNumbered"/>
    <dgm:cxn modelId="{2C877D86-5D37-4094-AF43-51551B829F55}" type="presParOf" srcId="{8963D685-7548-4098-B39F-350E87EC1A68}" destId="{4B2CA605-84C3-496F-AEB8-8A35CA57F015}" srcOrd="3" destOrd="0" presId="urn:microsoft.com/office/officeart/2016/7/layout/BasicLinearProcessNumbered"/>
    <dgm:cxn modelId="{940E07DD-3B5E-44AB-9505-C5A737D5EDA6}" type="presParOf" srcId="{91DEA894-C96C-4261-848C-DA20F49DDE3C}" destId="{A7E909F0-EDE2-4643-A64C-25A6E06666F9}" srcOrd="3" destOrd="0" presId="urn:microsoft.com/office/officeart/2016/7/layout/BasicLinearProcessNumbered"/>
    <dgm:cxn modelId="{80185C4E-FDAD-47A7-928F-F5DEF5788B6E}" type="presParOf" srcId="{91DEA894-C96C-4261-848C-DA20F49DDE3C}" destId="{B84E160E-7A8A-4769-9E89-FFE4A804CDED}" srcOrd="4" destOrd="0" presId="urn:microsoft.com/office/officeart/2016/7/layout/BasicLinearProcessNumbered"/>
    <dgm:cxn modelId="{0FBA1D26-84F1-43EA-ADAF-1F8501BF53A4}" type="presParOf" srcId="{B84E160E-7A8A-4769-9E89-FFE4A804CDED}" destId="{7B36B424-E649-46A2-A6EF-BC66EADD4044}" srcOrd="0" destOrd="0" presId="urn:microsoft.com/office/officeart/2016/7/layout/BasicLinearProcessNumbered"/>
    <dgm:cxn modelId="{20D60CBB-E7B1-4345-9FCF-12AB75564569}" type="presParOf" srcId="{B84E160E-7A8A-4769-9E89-FFE4A804CDED}" destId="{703AA4C2-BF61-49E5-8138-96711170698B}" srcOrd="1" destOrd="0" presId="urn:microsoft.com/office/officeart/2016/7/layout/BasicLinearProcessNumbered"/>
    <dgm:cxn modelId="{09E1D7A2-FAEF-456B-ADC4-E6FEF68B4354}" type="presParOf" srcId="{B84E160E-7A8A-4769-9E89-FFE4A804CDED}" destId="{28613F46-7935-4B43-80C3-9EA16CDB002D}" srcOrd="2" destOrd="0" presId="urn:microsoft.com/office/officeart/2016/7/layout/BasicLinearProcessNumbered"/>
    <dgm:cxn modelId="{C3118CA1-63B9-40E2-A15F-698AB9919EEC}" type="presParOf" srcId="{B84E160E-7A8A-4769-9E89-FFE4A804CDED}" destId="{47788D3F-9FE9-46FC-B4C4-29DF0CB0E59F}" srcOrd="3" destOrd="0" presId="urn:microsoft.com/office/officeart/2016/7/layout/BasicLinearProcessNumbered"/>
    <dgm:cxn modelId="{7310FBFC-0CFC-4827-BD06-6AF35123725C}" type="presParOf" srcId="{91DEA894-C96C-4261-848C-DA20F49DDE3C}" destId="{53D56101-1B14-4B71-A7D7-0C6DDADFD2AD}" srcOrd="5" destOrd="0" presId="urn:microsoft.com/office/officeart/2016/7/layout/BasicLinearProcessNumbered"/>
    <dgm:cxn modelId="{1B8A294F-A580-4FF7-A5B4-9F0F25409943}" type="presParOf" srcId="{91DEA894-C96C-4261-848C-DA20F49DDE3C}" destId="{A3ECE9F0-CA26-442B-9197-55D12F8995B2}" srcOrd="6" destOrd="0" presId="urn:microsoft.com/office/officeart/2016/7/layout/BasicLinearProcessNumbered"/>
    <dgm:cxn modelId="{CBB90A56-CDE7-489D-BE27-B1D3CF924CAB}" type="presParOf" srcId="{A3ECE9F0-CA26-442B-9197-55D12F8995B2}" destId="{365FD1DD-070D-4742-BCC8-423F4007F41C}" srcOrd="0" destOrd="0" presId="urn:microsoft.com/office/officeart/2016/7/layout/BasicLinearProcessNumbered"/>
    <dgm:cxn modelId="{D5B17D51-8BB6-4E09-A0B3-7483A3BDCC21}" type="presParOf" srcId="{A3ECE9F0-CA26-442B-9197-55D12F8995B2}" destId="{5C38FA9E-301E-4F6C-8E7F-CB2DEEE0EAD0}" srcOrd="1" destOrd="0" presId="urn:microsoft.com/office/officeart/2016/7/layout/BasicLinearProcessNumbered"/>
    <dgm:cxn modelId="{28171891-7ACF-4883-BBCF-C9FC75CEBB7A}" type="presParOf" srcId="{A3ECE9F0-CA26-442B-9197-55D12F8995B2}" destId="{3FCF2A1D-D83F-415B-B8BF-74FAB90F985C}" srcOrd="2" destOrd="0" presId="urn:microsoft.com/office/officeart/2016/7/layout/BasicLinearProcessNumbered"/>
    <dgm:cxn modelId="{8D418C59-C330-44EF-B8CB-5ADDCC59664B}" type="presParOf" srcId="{A3ECE9F0-CA26-442B-9197-55D12F8995B2}" destId="{9A40C609-4472-4AAE-A578-C3F306CBCC70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5C998A-DEF5-4C3D-A71D-796FEF614DDC}">
      <dsp:nvSpPr>
        <dsp:cNvPr id="0" name=""/>
        <dsp:cNvSpPr/>
      </dsp:nvSpPr>
      <dsp:spPr>
        <a:xfrm>
          <a:off x="2678202" y="2003329"/>
          <a:ext cx="535065" cy="115039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267532" y="0"/>
              </a:lnTo>
              <a:lnTo>
                <a:pt x="267532" y="1150390"/>
              </a:lnTo>
              <a:lnTo>
                <a:pt x="535065" y="115039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2649FAA-ADEA-466D-B694-1437DBA6B2A1}">
      <dsp:nvSpPr>
        <dsp:cNvPr id="0" name=""/>
        <dsp:cNvSpPr/>
      </dsp:nvSpPr>
      <dsp:spPr>
        <a:xfrm>
          <a:off x="2678202" y="1957609"/>
          <a:ext cx="53506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35065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102633F-59B5-45B0-8826-0B11F6E9E4BB}">
      <dsp:nvSpPr>
        <dsp:cNvPr id="0" name=""/>
        <dsp:cNvSpPr/>
      </dsp:nvSpPr>
      <dsp:spPr>
        <a:xfrm>
          <a:off x="2678202" y="852939"/>
          <a:ext cx="535065" cy="1150390"/>
        </a:xfrm>
        <a:custGeom>
          <a:avLst/>
          <a:gdLst/>
          <a:ahLst/>
          <a:cxnLst/>
          <a:rect l="0" t="0" r="0" b="0"/>
          <a:pathLst>
            <a:path>
              <a:moveTo>
                <a:pt x="0" y="1150390"/>
              </a:moveTo>
              <a:lnTo>
                <a:pt x="267532" y="1150390"/>
              </a:lnTo>
              <a:lnTo>
                <a:pt x="267532" y="0"/>
              </a:lnTo>
              <a:lnTo>
                <a:pt x="535065" y="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E49C88A-B854-4485-8446-6DD445B65AFD}">
      <dsp:nvSpPr>
        <dsp:cNvPr id="0" name=""/>
        <dsp:cNvSpPr/>
      </dsp:nvSpPr>
      <dsp:spPr>
        <a:xfrm>
          <a:off x="2876" y="444951"/>
          <a:ext cx="2675326" cy="81597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Approach: Rule-based (deterministic, no ML needed).</a:t>
          </a:r>
        </a:p>
      </dsp:txBody>
      <dsp:txXfrm>
        <a:off x="2876" y="444951"/>
        <a:ext cx="2675326" cy="815974"/>
      </dsp:txXfrm>
    </dsp:sp>
    <dsp:sp modelId="{10CEF076-59D5-43D0-A542-7FD1833C7F13}">
      <dsp:nvSpPr>
        <dsp:cNvPr id="0" name=""/>
        <dsp:cNvSpPr/>
      </dsp:nvSpPr>
      <dsp:spPr>
        <a:xfrm>
          <a:off x="2876" y="1595342"/>
          <a:ext cx="2675326" cy="81597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/>
            <a:t>Rules:</a:t>
          </a:r>
          <a:r>
            <a:rPr lang="en-GB" sz="1700" kern="1200"/>
            <a:t> </a:t>
          </a:r>
          <a:endParaRPr lang="en-US" sz="1700" kern="1200"/>
        </a:p>
      </dsp:txBody>
      <dsp:txXfrm>
        <a:off x="2876" y="1595342"/>
        <a:ext cx="2675326" cy="815974"/>
      </dsp:txXfrm>
    </dsp:sp>
    <dsp:sp modelId="{A642F641-B05D-465A-AC3C-A12C9100A3AB}">
      <dsp:nvSpPr>
        <dsp:cNvPr id="0" name=""/>
        <dsp:cNvSpPr/>
      </dsp:nvSpPr>
      <dsp:spPr>
        <a:xfrm>
          <a:off x="3213268" y="444951"/>
          <a:ext cx="2675326" cy="815974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Compute due/past_due vaccines from Rwanda schedule.</a:t>
          </a:r>
          <a:endParaRPr lang="en-US" sz="1700" kern="1200"/>
        </a:p>
      </dsp:txBody>
      <dsp:txXfrm>
        <a:off x="3213268" y="444951"/>
        <a:ext cx="2675326" cy="815974"/>
      </dsp:txXfrm>
    </dsp:sp>
    <dsp:sp modelId="{86426227-41AE-4E85-BC41-BC0E73F72E53}">
      <dsp:nvSpPr>
        <dsp:cNvPr id="0" name=""/>
        <dsp:cNvSpPr/>
      </dsp:nvSpPr>
      <dsp:spPr>
        <a:xfrm>
          <a:off x="3213268" y="1595342"/>
          <a:ext cx="2675326" cy="815974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Classify: Good (no overdue, done=Yes), Poor (overdue, done=No), Medium (partial).</a:t>
          </a:r>
          <a:endParaRPr lang="en-US" sz="1700" kern="1200"/>
        </a:p>
      </dsp:txBody>
      <dsp:txXfrm>
        <a:off x="3213268" y="1595342"/>
        <a:ext cx="2675326" cy="815974"/>
      </dsp:txXfrm>
    </dsp:sp>
    <dsp:sp modelId="{35FAD17D-8E13-456A-A68A-71703F4CE06B}">
      <dsp:nvSpPr>
        <dsp:cNvPr id="0" name=""/>
        <dsp:cNvSpPr/>
      </dsp:nvSpPr>
      <dsp:spPr>
        <a:xfrm>
          <a:off x="3213268" y="2745732"/>
          <a:ext cx="2675326" cy="815974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Generate alerts (e.g., urgent reminder if MR1 overdue &gt;30 days).</a:t>
          </a:r>
          <a:endParaRPr lang="en-US" sz="1700" kern="1200"/>
        </a:p>
      </dsp:txBody>
      <dsp:txXfrm>
        <a:off x="3213268" y="2745732"/>
        <a:ext cx="2675326" cy="815974"/>
      </dsp:txXfrm>
    </dsp:sp>
    <dsp:sp modelId="{4C5C7849-59EB-4F1E-8E15-FD133CB98441}">
      <dsp:nvSpPr>
        <dsp:cNvPr id="0" name=""/>
        <dsp:cNvSpPr/>
      </dsp:nvSpPr>
      <dsp:spPr>
        <a:xfrm>
          <a:off x="2876" y="2745732"/>
          <a:ext cx="2675326" cy="81597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Progress: Logic implemented and integrated; achieves 100% accuracy on test data.</a:t>
          </a:r>
        </a:p>
      </dsp:txBody>
      <dsp:txXfrm>
        <a:off x="2876" y="2745732"/>
        <a:ext cx="2675326" cy="815974"/>
      </dsp:txXfrm>
    </dsp:sp>
    <dsp:sp modelId="{0AB25EDD-B41B-47CB-957F-984D0337D1AA}">
      <dsp:nvSpPr>
        <dsp:cNvPr id="0" name=""/>
        <dsp:cNvSpPr/>
      </dsp:nvSpPr>
      <dsp:spPr>
        <a:xfrm>
          <a:off x="2876" y="3896122"/>
          <a:ext cx="2675326" cy="81597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1" kern="1200"/>
            <a:t>Why Rules?</a:t>
          </a:r>
          <a:r>
            <a:rPr lang="en-US" sz="1700" kern="1200"/>
            <a:t> Deterministic; ML overkill and less interpretable.</a:t>
          </a:r>
        </a:p>
      </dsp:txBody>
      <dsp:txXfrm>
        <a:off x="2876" y="3896122"/>
        <a:ext cx="2675326" cy="81597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032228-741E-491E-BFA9-05AD13606970}">
      <dsp:nvSpPr>
        <dsp:cNvPr id="0" name=""/>
        <dsp:cNvSpPr/>
      </dsp:nvSpPr>
      <dsp:spPr>
        <a:xfrm>
          <a:off x="0" y="2518"/>
          <a:ext cx="711791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FDC4C1-C06C-4CB2-B5A7-7FB458842A38}">
      <dsp:nvSpPr>
        <dsp:cNvPr id="0" name=""/>
        <dsp:cNvSpPr/>
      </dsp:nvSpPr>
      <dsp:spPr>
        <a:xfrm>
          <a:off x="0" y="2518"/>
          <a:ext cx="1423583" cy="1717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400" kern="1200"/>
            <a:t>Key Steps: </a:t>
          </a:r>
        </a:p>
      </dsp:txBody>
      <dsp:txXfrm>
        <a:off x="0" y="2518"/>
        <a:ext cx="1423583" cy="1717337"/>
      </dsp:txXfrm>
    </dsp:sp>
    <dsp:sp modelId="{F5FEDD9C-B34B-40EB-96B3-E8D33E11D3AD}">
      <dsp:nvSpPr>
        <dsp:cNvPr id="0" name=""/>
        <dsp:cNvSpPr/>
      </dsp:nvSpPr>
      <dsp:spPr>
        <a:xfrm>
          <a:off x="1530352" y="80502"/>
          <a:ext cx="5587565" cy="15596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 collection → Cleaning → Feature engineering → Preprocessing → Prediction → Alerts.</a:t>
          </a:r>
        </a:p>
      </dsp:txBody>
      <dsp:txXfrm>
        <a:off x="1530352" y="80502"/>
        <a:ext cx="5587565" cy="1559691"/>
      </dsp:txXfrm>
    </dsp:sp>
    <dsp:sp modelId="{B50C6652-087A-4F76-B207-E62416F7A863}">
      <dsp:nvSpPr>
        <dsp:cNvPr id="0" name=""/>
        <dsp:cNvSpPr/>
      </dsp:nvSpPr>
      <dsp:spPr>
        <a:xfrm>
          <a:off x="1423583" y="1640194"/>
          <a:ext cx="5694334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AF8C02-0E0E-4B8A-A96E-61B373A08F9B}">
      <dsp:nvSpPr>
        <dsp:cNvPr id="0" name=""/>
        <dsp:cNvSpPr/>
      </dsp:nvSpPr>
      <dsp:spPr>
        <a:xfrm>
          <a:off x="0" y="1719855"/>
          <a:ext cx="711791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C4D412-D674-4403-B9D7-8966F7B4E1CB}">
      <dsp:nvSpPr>
        <dsp:cNvPr id="0" name=""/>
        <dsp:cNvSpPr/>
      </dsp:nvSpPr>
      <dsp:spPr>
        <a:xfrm>
          <a:off x="0" y="1719855"/>
          <a:ext cx="1423583" cy="1717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400" kern="1200"/>
            <a:t>Inference Example: </a:t>
          </a:r>
        </a:p>
      </dsp:txBody>
      <dsp:txXfrm>
        <a:off x="0" y="1719855"/>
        <a:ext cx="1423583" cy="1717337"/>
      </dsp:txXfrm>
    </dsp:sp>
    <dsp:sp modelId="{9CD18157-705D-48CF-ADE5-70F3B2B31E50}">
      <dsp:nvSpPr>
        <dsp:cNvPr id="0" name=""/>
        <dsp:cNvSpPr/>
      </dsp:nvSpPr>
      <dsp:spPr>
        <a:xfrm>
          <a:off x="1530352" y="1797840"/>
          <a:ext cx="5587565" cy="15596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Load model, predict risk/probabilities, suggest actions (e.g., urgent referral for High risk).</a:t>
          </a:r>
        </a:p>
      </dsp:txBody>
      <dsp:txXfrm>
        <a:off x="1530352" y="1797840"/>
        <a:ext cx="5587565" cy="1559691"/>
      </dsp:txXfrm>
    </dsp:sp>
    <dsp:sp modelId="{C1A945F3-A93C-4F39-972A-8FB2917DB876}">
      <dsp:nvSpPr>
        <dsp:cNvPr id="0" name=""/>
        <dsp:cNvSpPr/>
      </dsp:nvSpPr>
      <dsp:spPr>
        <a:xfrm>
          <a:off x="1423583" y="3357531"/>
          <a:ext cx="5694334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9B16B41-F67D-4489-9061-40281D31987C}">
      <dsp:nvSpPr>
        <dsp:cNvPr id="0" name=""/>
        <dsp:cNvSpPr/>
      </dsp:nvSpPr>
      <dsp:spPr>
        <a:xfrm>
          <a:off x="0" y="3437193"/>
          <a:ext cx="7117918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613497-0061-4789-AD97-41FECF01385A}">
      <dsp:nvSpPr>
        <dsp:cNvPr id="0" name=""/>
        <dsp:cNvSpPr/>
      </dsp:nvSpPr>
      <dsp:spPr>
        <a:xfrm>
          <a:off x="0" y="3437193"/>
          <a:ext cx="1423583" cy="17173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400" kern="1200"/>
            <a:t>Progress: </a:t>
          </a:r>
        </a:p>
      </dsp:txBody>
      <dsp:txXfrm>
        <a:off x="0" y="3437193"/>
        <a:ext cx="1423583" cy="1717337"/>
      </dsp:txXfrm>
    </dsp:sp>
    <dsp:sp modelId="{C7733D74-E373-45A4-81D6-5A5568659910}">
      <dsp:nvSpPr>
        <dsp:cNvPr id="0" name=""/>
        <dsp:cNvSpPr/>
      </dsp:nvSpPr>
      <dsp:spPr>
        <a:xfrm>
          <a:off x="1530352" y="3515177"/>
          <a:ext cx="5587565" cy="15596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Full end-to-end pipeline working; code in Appendix A3 (Inference Example).</a:t>
          </a:r>
        </a:p>
      </dsp:txBody>
      <dsp:txXfrm>
        <a:off x="1530352" y="3515177"/>
        <a:ext cx="5587565" cy="1559691"/>
      </dsp:txXfrm>
    </dsp:sp>
    <dsp:sp modelId="{6F41A1F4-92BD-49C2-BF3C-E75867BF14CC}">
      <dsp:nvSpPr>
        <dsp:cNvPr id="0" name=""/>
        <dsp:cNvSpPr/>
      </dsp:nvSpPr>
      <dsp:spPr>
        <a:xfrm>
          <a:off x="1423583" y="5074869"/>
          <a:ext cx="5694334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tint val="5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300E6A-B259-4067-A29A-1E2B037496AC}">
      <dsp:nvSpPr>
        <dsp:cNvPr id="0" name=""/>
        <dsp:cNvSpPr/>
      </dsp:nvSpPr>
      <dsp:spPr>
        <a:xfrm>
          <a:off x="0" y="3399"/>
          <a:ext cx="1065911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142A0B-16D4-4808-AE7A-3608D48130D6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07E88E-7338-4656-8CE5-8F1AFB505670}">
      <dsp:nvSpPr>
        <dsp:cNvPr id="0" name=""/>
        <dsp:cNvSpPr/>
      </dsp:nvSpPr>
      <dsp:spPr>
        <a:xfrm>
          <a:off x="836323" y="3399"/>
          <a:ext cx="982278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Synthetic data may not match real-world.</a:t>
          </a:r>
        </a:p>
      </dsp:txBody>
      <dsp:txXfrm>
        <a:off x="836323" y="3399"/>
        <a:ext cx="9822786" cy="724089"/>
      </dsp:txXfrm>
    </dsp:sp>
    <dsp:sp modelId="{A3236B4A-D4B2-41F5-86B1-794311CF847B}">
      <dsp:nvSpPr>
        <dsp:cNvPr id="0" name=""/>
        <dsp:cNvSpPr/>
      </dsp:nvSpPr>
      <dsp:spPr>
        <a:xfrm>
          <a:off x="0" y="908511"/>
          <a:ext cx="1065911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24C350A-BEF3-408A-83DE-D97BA48BAC4F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18055-C9E4-4D7B-A1E4-C790B9935DEB}">
      <dsp:nvSpPr>
        <dsp:cNvPr id="0" name=""/>
        <dsp:cNvSpPr/>
      </dsp:nvSpPr>
      <dsp:spPr>
        <a:xfrm>
          <a:off x="836323" y="908511"/>
          <a:ext cx="982278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Feature thresholds need refinement with experts.</a:t>
          </a:r>
        </a:p>
      </dsp:txBody>
      <dsp:txXfrm>
        <a:off x="836323" y="908511"/>
        <a:ext cx="9822786" cy="724089"/>
      </dsp:txXfrm>
    </dsp:sp>
    <dsp:sp modelId="{04049C5E-9F07-452F-9167-4300F08A1FFD}">
      <dsp:nvSpPr>
        <dsp:cNvPr id="0" name=""/>
        <dsp:cNvSpPr/>
      </dsp:nvSpPr>
      <dsp:spPr>
        <a:xfrm>
          <a:off x="0" y="1813624"/>
          <a:ext cx="1065911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8A9DD5-9489-4002-82E8-FA8FE8FFC624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DB3F9E-BA64-480A-A622-A43B764F458F}">
      <dsp:nvSpPr>
        <dsp:cNvPr id="0" name=""/>
        <dsp:cNvSpPr/>
      </dsp:nvSpPr>
      <dsp:spPr>
        <a:xfrm>
          <a:off x="836323" y="1813624"/>
          <a:ext cx="982278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Handles missing values poorly; no longitudinal data yet.</a:t>
          </a:r>
        </a:p>
      </dsp:txBody>
      <dsp:txXfrm>
        <a:off x="836323" y="1813624"/>
        <a:ext cx="9822786" cy="724089"/>
      </dsp:txXfrm>
    </dsp:sp>
    <dsp:sp modelId="{B4994859-4067-438D-93FD-464CF0D7B3AB}">
      <dsp:nvSpPr>
        <dsp:cNvPr id="0" name=""/>
        <dsp:cNvSpPr/>
      </dsp:nvSpPr>
      <dsp:spPr>
        <a:xfrm>
          <a:off x="0" y="2718736"/>
          <a:ext cx="1065911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E4E5B6-C9CF-43FD-8719-37DC0C74DC9E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FAA67D-7B49-49C5-ACED-18F2342EB80F}">
      <dsp:nvSpPr>
        <dsp:cNvPr id="0" name=""/>
        <dsp:cNvSpPr/>
      </dsp:nvSpPr>
      <dsp:spPr>
        <a:xfrm>
          <a:off x="836323" y="2718736"/>
          <a:ext cx="982278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Resource constraints for deployment in rural areas.</a:t>
          </a:r>
        </a:p>
      </dsp:txBody>
      <dsp:txXfrm>
        <a:off x="836323" y="2718736"/>
        <a:ext cx="9822786" cy="724089"/>
      </dsp:txXfrm>
    </dsp:sp>
    <dsp:sp modelId="{BC9EE3EC-81AE-4F5A-84B8-92DB21100270}">
      <dsp:nvSpPr>
        <dsp:cNvPr id="0" name=""/>
        <dsp:cNvSpPr/>
      </dsp:nvSpPr>
      <dsp:spPr>
        <a:xfrm>
          <a:off x="0" y="3623848"/>
          <a:ext cx="1065911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A7B08A7-89B9-4A42-B9EE-B1CEC85340AC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D9C5F-DD22-4BA4-A1D8-1101895E6749}">
      <dsp:nvSpPr>
        <dsp:cNvPr id="0" name=""/>
        <dsp:cNvSpPr/>
      </dsp:nvSpPr>
      <dsp:spPr>
        <a:xfrm>
          <a:off x="836323" y="3623848"/>
          <a:ext cx="982278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Progress: Identified; plan to address in future work.</a:t>
          </a:r>
        </a:p>
      </dsp:txBody>
      <dsp:txXfrm>
        <a:off x="836323" y="3623848"/>
        <a:ext cx="9822786" cy="7240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B922B9-084D-44AE-890D-A3B86F830E8A}">
      <dsp:nvSpPr>
        <dsp:cNvPr id="0" name=""/>
        <dsp:cNvSpPr/>
      </dsp:nvSpPr>
      <dsp:spPr>
        <a:xfrm>
          <a:off x="3122" y="0"/>
          <a:ext cx="2477262" cy="329088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3137" tIns="330200" rIns="193137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KIBONDO integrates ML and rules for automated risk monitoring and vaccination tracking.</a:t>
          </a:r>
        </a:p>
      </dsp:txBody>
      <dsp:txXfrm>
        <a:off x="3122" y="1250537"/>
        <a:ext cx="2477262" cy="1974532"/>
      </dsp:txXfrm>
    </dsp:sp>
    <dsp:sp modelId="{16AE3E3A-6340-4C9B-8121-CDC65FC4373D}">
      <dsp:nvSpPr>
        <dsp:cNvPr id="0" name=""/>
        <dsp:cNvSpPr/>
      </dsp:nvSpPr>
      <dsp:spPr>
        <a:xfrm>
          <a:off x="748120" y="329088"/>
          <a:ext cx="987266" cy="98726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971" tIns="12700" rIns="76971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892702" y="473670"/>
        <a:ext cx="698102" cy="698102"/>
      </dsp:txXfrm>
    </dsp:sp>
    <dsp:sp modelId="{FD0DB799-4B1D-4F09-9527-178C57DA701C}">
      <dsp:nvSpPr>
        <dsp:cNvPr id="0" name=""/>
        <dsp:cNvSpPr/>
      </dsp:nvSpPr>
      <dsp:spPr>
        <a:xfrm>
          <a:off x="3122" y="3290816"/>
          <a:ext cx="247726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AA0EBF-4239-44ED-8A21-0969B8E01ADC}">
      <dsp:nvSpPr>
        <dsp:cNvPr id="0" name=""/>
        <dsp:cNvSpPr/>
      </dsp:nvSpPr>
      <dsp:spPr>
        <a:xfrm>
          <a:off x="2728111" y="0"/>
          <a:ext cx="2477262" cy="329088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3137" tIns="330200" rIns="193137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Achieved balanced performance (macro F1=0.329); poised to improve child health in Rwanda.</a:t>
          </a:r>
        </a:p>
      </dsp:txBody>
      <dsp:txXfrm>
        <a:off x="2728111" y="1250537"/>
        <a:ext cx="2477262" cy="1974532"/>
      </dsp:txXfrm>
    </dsp:sp>
    <dsp:sp modelId="{D68B9878-95B7-473C-851C-8D316107713F}">
      <dsp:nvSpPr>
        <dsp:cNvPr id="0" name=""/>
        <dsp:cNvSpPr/>
      </dsp:nvSpPr>
      <dsp:spPr>
        <a:xfrm>
          <a:off x="3473109" y="329088"/>
          <a:ext cx="987266" cy="98726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971" tIns="12700" rIns="76971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3617691" y="473670"/>
        <a:ext cx="698102" cy="698102"/>
      </dsp:txXfrm>
    </dsp:sp>
    <dsp:sp modelId="{A6FF4495-2985-4535-AECB-73267D5311C5}">
      <dsp:nvSpPr>
        <dsp:cNvPr id="0" name=""/>
        <dsp:cNvSpPr/>
      </dsp:nvSpPr>
      <dsp:spPr>
        <a:xfrm>
          <a:off x="2728111" y="3290816"/>
          <a:ext cx="247726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36B424-E649-46A2-A6EF-BC66EADD4044}">
      <dsp:nvSpPr>
        <dsp:cNvPr id="0" name=""/>
        <dsp:cNvSpPr/>
      </dsp:nvSpPr>
      <dsp:spPr>
        <a:xfrm>
          <a:off x="5453100" y="0"/>
          <a:ext cx="2477262" cy="329088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3137" tIns="330200" rIns="193137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Next Steps: Clinical validation, deployment, and scaling.</a:t>
          </a:r>
        </a:p>
      </dsp:txBody>
      <dsp:txXfrm>
        <a:off x="5453100" y="1250537"/>
        <a:ext cx="2477262" cy="1974532"/>
      </dsp:txXfrm>
    </dsp:sp>
    <dsp:sp modelId="{703AA4C2-BF61-49E5-8138-96711170698B}">
      <dsp:nvSpPr>
        <dsp:cNvPr id="0" name=""/>
        <dsp:cNvSpPr/>
      </dsp:nvSpPr>
      <dsp:spPr>
        <a:xfrm>
          <a:off x="6198098" y="329088"/>
          <a:ext cx="987266" cy="98726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971" tIns="12700" rIns="76971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6342680" y="473670"/>
        <a:ext cx="698102" cy="698102"/>
      </dsp:txXfrm>
    </dsp:sp>
    <dsp:sp modelId="{28613F46-7935-4B43-80C3-9EA16CDB002D}">
      <dsp:nvSpPr>
        <dsp:cNvPr id="0" name=""/>
        <dsp:cNvSpPr/>
      </dsp:nvSpPr>
      <dsp:spPr>
        <a:xfrm>
          <a:off x="5453100" y="3290816"/>
          <a:ext cx="247726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5FD1DD-070D-4742-BCC8-423F4007F41C}">
      <dsp:nvSpPr>
        <dsp:cNvPr id="0" name=""/>
        <dsp:cNvSpPr/>
      </dsp:nvSpPr>
      <dsp:spPr>
        <a:xfrm>
          <a:off x="8178089" y="0"/>
          <a:ext cx="2477262" cy="329088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3137" tIns="330200" rIns="193137" bIns="33020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Call to Action: Seek feedback from Rwanda Ministry of Health and pediatricians.</a:t>
          </a:r>
        </a:p>
      </dsp:txBody>
      <dsp:txXfrm>
        <a:off x="8178089" y="1250537"/>
        <a:ext cx="2477262" cy="1974532"/>
      </dsp:txXfrm>
    </dsp:sp>
    <dsp:sp modelId="{5C38FA9E-301E-4F6C-8E7F-CB2DEEE0EAD0}">
      <dsp:nvSpPr>
        <dsp:cNvPr id="0" name=""/>
        <dsp:cNvSpPr/>
      </dsp:nvSpPr>
      <dsp:spPr>
        <a:xfrm>
          <a:off x="8923087" y="329088"/>
          <a:ext cx="987266" cy="98726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971" tIns="12700" rIns="76971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4</a:t>
          </a:r>
        </a:p>
      </dsp:txBody>
      <dsp:txXfrm>
        <a:off x="9067669" y="473670"/>
        <a:ext cx="698102" cy="698102"/>
      </dsp:txXfrm>
    </dsp:sp>
    <dsp:sp modelId="{3FCF2A1D-D83F-415B-B8BF-74FAB90F985C}">
      <dsp:nvSpPr>
        <dsp:cNvPr id="0" name=""/>
        <dsp:cNvSpPr/>
      </dsp:nvSpPr>
      <dsp:spPr>
        <a:xfrm>
          <a:off x="8178089" y="3290816"/>
          <a:ext cx="2477262" cy="7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3/layout/HorizontalOrganizationChart">
  <dgm:title val=""/>
  <dgm:desc val=""/>
  <dgm:catLst>
    <dgm:cat type="hierarchy" pri="43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305"/>
      <dgm:constr type="w" for="des" forName="rootComposite" refType="w" fact="10"/>
      <dgm:constr type="h" for="des" forName="rootComposite" refType="w" refFor="des" refForName="rootComposite1" fact="0.305"/>
      <dgm:constr type="w" for="des" forName="rootComposite3" refType="w" fact="10"/>
      <dgm:constr type="h" for="des" forName="rootComposite3" refType="w" refFor="des" refForName="rootComposite1" fact="0.305"/>
      <dgm:constr type="primFontSz" for="des" ptType="node" op="equ"/>
      <dgm:constr type="sp" for="des" op="equ"/>
      <dgm:constr type="sp" for="des" forName="hierRoot1" refType="w" refFor="des" refForName="rootComposite1" fact="0.2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125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125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func="var" arg="dir" op="equ" val="norm">
                  <dgm:alg type="hierRoot">
                    <dgm:param type="hierAlign" val="lT"/>
                  </dgm:alg>
                  <dgm:constrLst>
                    <dgm:constr type="alignOff" val="0.75"/>
                  </dgm:constrLst>
                </dgm:if>
                <dgm:else name="Name9">
                  <dgm:alg type="hierRoot">
                    <dgm:param type="hierAlign" val="rT"/>
                  </dgm:alg>
                  <dgm:constrLst>
                    <dgm:constr type="alignOff" val="0.75"/>
                  </dgm:constrLst>
                </dgm:else>
              </dgm:choose>
            </dgm:if>
            <dgm:if name="Name10" func="var" arg="hierBranch" op="equ" val="r">
              <dgm:choose name="Name11">
                <dgm:if name="Name12" func="var" arg="dir" op="equ" val="norm">
                  <dgm:alg type="hierRoot">
                    <dgm:param type="hierAlign" val="lB"/>
                  </dgm:alg>
                  <dgm:constrLst>
                    <dgm:constr type="alignOff" val="0.75"/>
                  </dgm:constrLst>
                </dgm:if>
                <dgm:else name="Name13">
                  <dgm:alg type="hierRoot">
                    <dgm:param type="hierAlign" val="rB"/>
                  </dgm:alg>
                  <dgm:constrLst>
                    <dgm:constr type="alignOff" val="0.75"/>
                  </dgm:constrLst>
                </dgm:else>
              </dgm:choose>
            </dgm:if>
            <dgm:if name="Name14" func="var" arg="hierBranch" op="equ" val="hang">
              <dgm:choose name="Name15">
                <dgm:if name="Name16" func="var" arg="dir" op="equ" val="norm">
                  <dgm:alg type="hierRoot">
                    <dgm:param type="hierAlign" val="lCtrCh"/>
                  </dgm:alg>
                  <dgm:constrLst>
                    <dgm:constr type="alignOff" val="0.65"/>
                  </dgm:constrLst>
                </dgm:if>
                <dgm:else name="Name17">
                  <dgm:alg type="hierRoot">
                    <dgm:param type="hierAlign" val="rCtrCh"/>
                  </dgm:alg>
                  <dgm:constrLst>
                    <dgm:constr type="alignOff" val="0.65"/>
                  </dgm:constrLst>
                </dgm:else>
              </dgm:choose>
            </dgm:if>
            <dgm:else name="Name18">
              <dgm:choose name="Name19">
                <dgm:if name="Name20" func="var" arg="dir" op="equ" val="norm">
                  <dgm:alg type="hierRoot">
                    <dgm:param type="hierAlign" val="l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if>
                <dgm:else name="Name21">
                  <dgm:alg type="hierRoot">
                    <dgm:param type="hierAlign" val="rCtrCh"/>
                  </dgm:alg>
                  <dgm:constrLst>
                    <dgm:constr type="alignOff"/>
                    <dgm:constr type="bendDist" for="des" ptType="parTrans" refType="sp" fact="0.5"/>
                  </dgm:constrLst>
                </dgm:else>
              </dgm:choose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22">
              <dgm:if name="Name23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4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25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6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7">
              <dgm:if name="Name28" func="var" arg="hierBranch" op="equ" val="l">
                <dgm:choose name="Name29">
                  <dgm:if name="Name30" func="var" arg="dir" op="equ" val="norm">
                    <dgm:alg type="hierChild">
                      <dgm:param type="chAlign" val="t"/>
                      <dgm:param type="linDir" val="fromL"/>
                    </dgm:alg>
                  </dgm:if>
                  <dgm:else name="Name31">
                    <dgm:alg type="hierChild">
                      <dgm:param type="chAlign" val="t"/>
                      <dgm:param type="linDir" val="fromR"/>
                    </dgm:alg>
                  </dgm:else>
                </dgm:choose>
              </dgm:if>
              <dgm:if name="Name32" func="var" arg="hierBranch" op="equ" val="r">
                <dgm:choose name="Name33">
                  <dgm:if name="Name34" func="var" arg="dir" op="equ" val="norm">
                    <dgm:alg type="hierChild">
                      <dgm:param type="chAlign" val="b"/>
                      <dgm:param type="linDir" val="fromL"/>
                    </dgm:alg>
                  </dgm:if>
                  <dgm:else name="Name35">
                    <dgm:alg type="hierChild">
                      <dgm:param type="chAlign" val="b"/>
                      <dgm:param type="linDir" val="fromR"/>
                    </dgm:alg>
                  </dgm:else>
                </dgm:choose>
              </dgm:if>
              <dgm:if name="Name36" func="var" arg="hierBranch" op="equ" val="hang">
                <dgm:choose name="Name37">
                  <dgm:if name="Name38" func="var" arg="dir" op="equ" val="norm">
                    <dgm:alg type="hierChild">
                      <dgm:param type="chAlign" val="l"/>
                      <dgm:param type="linDir" val="fromT"/>
                      <dgm:param type="secChAlign" val="t"/>
                      <dgm:param type="secLinDir" val="fromL"/>
                    </dgm:alg>
                  </dgm:if>
                  <dgm:else name="Name39">
                    <dgm:alg type="hierChild">
                      <dgm:param type="chAlign" val="r"/>
                      <dgm:param type="linDir" val="fromT"/>
                      <dgm:param type="secChAlign" val="t"/>
                      <dgm:param type="secLinDir" val="fromR"/>
                    </dgm:alg>
                  </dgm:else>
                </dgm:choose>
              </dgm:if>
              <dgm:else name="Name40">
                <dgm:choose name="Name41">
                  <dgm:if name="Name42" func="var" arg="dir" op="equ" val="norm">
                    <dgm:alg type="hierChild">
                      <dgm:param type="linDir" val="fromT"/>
                      <dgm:param type="chAlign" val="l"/>
                    </dgm:alg>
                  </dgm:if>
                  <dgm:else name="Name43">
                    <dgm:alg type="hierChild">
                      <dgm:param type="linDir" val="fromT"/>
                      <dgm:param type="chAlign" val="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44" axis="precedSib" ptType="parTrans" st="-1" cnt="1">
                <dgm:choose name="Name45">
                  <dgm:if name="Name46" func="var" arg="hierBranch" op="equ" val="hang">
                    <dgm:layoutNode name="Name47">
                      <dgm:choose name="Name48">
                        <dgm:if name="Name4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 tCtr"/>
                          </dgm:alg>
                        </dgm:if>
                        <dgm:else name="Name5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 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1" func="var" arg="hierBranch" op="equ" val="l">
                    <dgm:layoutNode name="Name52">
                      <dgm:choose name="Name53">
                        <dgm:if name="Name54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tCtr"/>
                          </dgm:alg>
                        </dgm:if>
                        <dgm:else name="Name55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t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56" func="var" arg="hierBranch" op="equ" val="r">
                    <dgm:layoutNode name="Name57">
                      <dgm:choose name="Name58">
                        <dgm:if name="Name59" func="var" arg="dir" op="equ" val="norm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bCtr"/>
                          </dgm:alg>
                        </dgm:if>
                        <dgm:else name="Name60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bCtr"/>
                          </dgm:alg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61">
                    <dgm:choose name="Name62">
                      <dgm:if name="Name63" func="var" arg="dir" op="equ" val="norm">
                        <dgm:layoutNode name="Name6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R"/>
                            <dgm:param type="endPts" val="midL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if>
                      <dgm:else name="Name65">
                        <dgm:layoutNode name="Name66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midL"/>
                            <dgm:param type="endPts" val="midR"/>
                            <dgm:param type="bendPt" val="end"/>
                          </dgm:alg>
                          <dgm:shape xmlns:r="http://schemas.openxmlformats.org/officeDocument/2006/relationships" type="conn" r:blip="" zOrderOff="-99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else>
                    </dgm:choos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7">
                  <dgm:if name="Name68" func="var" arg="hierBranch" op="equ" val="l">
                    <dgm:choose name="Name69">
                      <dgm:if name="Name70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71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2" func="var" arg="hierBranch" op="equ" val="r">
                    <dgm:choose name="Name73">
                      <dgm:if name="Name74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75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76" func="var" arg="hierBranch" op="equ" val="hang">
                    <dgm:choose name="Name77">
                      <dgm:if name="Name78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79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80">
                    <dgm:choose name="Name81">
                      <dgm:if name="Name82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83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84">
                    <dgm:if name="Name85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6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7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8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9">
                    <dgm:if name="Name90" func="var" arg="hierBranch" op="equ" val="l">
                      <dgm:choose name="Name91">
                        <dgm:if name="Name92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93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r">
                      <dgm:choose name="Name95">
                        <dgm:if name="Name96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97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98" func="var" arg="hierBranch" op="equ" val="hang">
                      <dgm:choose name="Name99">
                        <dgm:if name="Name100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01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02">
                      <dgm:choose name="Name103">
                        <dgm:if name="Name104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05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a"/>
                </dgm:layoutNode>
                <dgm:layoutNode name="hierChild5">
                  <dgm:choose name="Name107">
                    <dgm:if name="Name108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09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10" ref="rep2b"/>
                </dgm:layoutNode>
              </dgm:layoutNode>
            </dgm:forEach>
          </dgm:layoutNode>
          <dgm:layoutNode name="hierChild3">
            <dgm:choose name="Name111">
              <dgm:if name="Name112" func="var" arg="dir" op="equ" val="norm">
                <dgm:alg type="hierChild">
                  <dgm:param type="chAlign" val="l"/>
                  <dgm:param type="linDir" val="fromT"/>
                  <dgm:param type="secChAlign" val="t"/>
                  <dgm:param type="secLinDir" val="fromL"/>
                </dgm:alg>
              </dgm:if>
              <dgm:else name="Name113">
                <dgm:alg type="hierChild">
                  <dgm:param type="chAlign" val="r"/>
                  <dgm:param type="linDir" val="fromT"/>
                  <dgm:param type="secChAlign" val="t"/>
                  <dgm:param type="sec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4" axis="precedSib" ptType="parTrans" st="-1" cnt="1">
                <dgm:layoutNode name="Name115">
                  <dgm:choose name="Name116">
                    <dgm:if name="Name117" func="var" arg="dir" op="equ" val="norm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R"/>
                        <dgm:param type="endPts" val="bCtr tCtr"/>
                      </dgm:alg>
                    </dgm:if>
                    <dgm:else name="Name11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midL"/>
                        <dgm:param type="endPts" val="bCtr tCtr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9">
                  <dgm:if name="Name120" func="var" arg="hierBranch" op="equ" val="l">
                    <dgm:choose name="Name121">
                      <dgm:if name="Name122" func="var" arg="dir" op="equ" val="norm">
                        <dgm:alg type="hierRoot">
                          <dgm:param type="hierAlign" val="lT"/>
                        </dgm:alg>
                        <dgm:constrLst>
                          <dgm:constr type="alignOff" val="0.75"/>
                        </dgm:constrLst>
                      </dgm:if>
                      <dgm:else name="Name123">
                        <dgm:alg type="hierRoot">
                          <dgm:param type="hierAlign" val="rT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4" func="var" arg="hierBranch" op="equ" val="r">
                    <dgm:choose name="Name125">
                      <dgm:if name="Name126" func="var" arg="dir" op="equ" val="norm">
                        <dgm:alg type="hierRoot">
                          <dgm:param type="hierAlign" val="lB"/>
                        </dgm:alg>
                        <dgm:constrLst>
                          <dgm:constr type="alignOff" val="0.75"/>
                        </dgm:constrLst>
                      </dgm:if>
                      <dgm:else name="Name127">
                        <dgm:alg type="hierRoot">
                          <dgm:param type="hierAlign" val="rB"/>
                        </dgm:alg>
                        <dgm:constrLst>
                          <dgm:constr type="alignOff" val="0.75"/>
                        </dgm:constrLst>
                      </dgm:else>
                    </dgm:choose>
                  </dgm:if>
                  <dgm:if name="Name128" func="var" arg="hierBranch" op="equ" val="hang">
                    <dgm:choose name="Name129">
                      <dgm:if name="Name130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 val="0.65"/>
                        </dgm:constrLst>
                      </dgm:if>
                      <dgm:else name="Name131">
                        <dgm:alg type="hierRoot">
                          <dgm:param type="hierAlign" val="rCtrCh"/>
                        </dgm:alg>
                        <dgm:constrLst>
                          <dgm:constr type="alignOff" val="0.65"/>
                        </dgm:constrLst>
                      </dgm:else>
                    </dgm:choose>
                  </dgm:if>
                  <dgm:else name="Name132">
                    <dgm:choose name="Name133">
                      <dgm:if name="Name134" func="var" arg="dir" op="equ" val="norm">
                        <dgm:alg type="hierRoot">
                          <dgm:param type="hierAlign" val="l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if>
                      <dgm:else name="Name135">
                        <dgm:alg type="hierRoot">
                          <dgm:param type="hierAlign" val="rCtrCh"/>
                        </dgm:alg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36">
                    <dgm:if name="Name137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8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39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40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41">
                    <dgm:if name="Name142" func="var" arg="hierBranch" op="equ" val="l">
                      <dgm:choose name="Name143">
                        <dgm:if name="Name144" func="var" arg="dir" op="equ" val="norm">
                          <dgm:alg type="hierChild">
                            <dgm:param type="chAlign" val="t"/>
                            <dgm:param type="linDir" val="fromL"/>
                          </dgm:alg>
                        </dgm:if>
                        <dgm:else name="Name145">
                          <dgm:alg type="hierChild">
                            <dgm:param type="chAlign" val="t"/>
                            <dgm:param type="linDir" val="fromR"/>
                          </dgm:alg>
                        </dgm:else>
                      </dgm:choose>
                    </dgm:if>
                    <dgm:if name="Name146" func="var" arg="hierBranch" op="equ" val="r">
                      <dgm:choose name="Name147">
                        <dgm:if name="Name148" func="var" arg="dir" op="equ" val="norm">
                          <dgm:alg type="hierChild">
                            <dgm:param type="chAlign" val="b"/>
                            <dgm:param type="linDir" val="fromL"/>
                          </dgm:alg>
                        </dgm:if>
                        <dgm:else name="Name149">
                          <dgm:alg type="hierChild">
                            <dgm:param type="chAlign" val="b"/>
                            <dgm:param type="linDir" val="fromR"/>
                          </dgm:alg>
                        </dgm:else>
                      </dgm:choose>
                    </dgm:if>
                    <dgm:if name="Name150" func="var" arg="hierBranch" op="equ" val="hang">
                      <dgm:choose name="Name151">
                        <dgm:if name="Name152" func="var" arg="dir" op="equ" val="norm">
                          <dgm:alg type="hierChild">
                            <dgm:param type="chAlign" val="l"/>
                            <dgm:param type="linDir" val="fromT"/>
                            <dgm:param type="secChAlign" val="t"/>
                            <dgm:param type="secLinDir" val="fromL"/>
                          </dgm:alg>
                        </dgm:if>
                        <dgm:else name="Name153">
                          <dgm:alg type="hierChild">
                            <dgm:param type="chAlign" val="r"/>
                            <dgm:param type="linDir" val="fromT"/>
                            <dgm:param type="secChAlign" val="t"/>
                            <dgm:param type="secLinDir" val="fromR"/>
                          </dgm:alg>
                        </dgm:else>
                      </dgm:choose>
                    </dgm:if>
                    <dgm:else name="Name154">
                      <dgm:choose name="Name155">
                        <dgm:if name="Name156" func="var" arg="dir" op="equ" val="norm">
                          <dgm:alg type="hierChild">
                            <dgm:param type="linDir" val="fromT"/>
                            <dgm:param type="chAlign" val="l"/>
                          </dgm:alg>
                        </dgm:if>
                        <dgm:else name="Name157">
                          <dgm:alg type="hierChild">
                            <dgm:param type="linDir" val="fromT"/>
                            <dgm:param type="chAlign" val="r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58" ref="rep2a"/>
                </dgm:layoutNode>
                <dgm:layoutNode name="hierChild7">
                  <dgm:choose name="Name159">
                    <dgm:if name="Name160" func="var" arg="dir" op="equ" val="norm">
                      <dgm:alg type="hierChild">
                        <dgm:param type="chAlign" val="l"/>
                        <dgm:param type="linDir" val="fromT"/>
                        <dgm:param type="secChAlign" val="t"/>
                        <dgm:param type="secLinDir" val="fromL"/>
                      </dgm:alg>
                    </dgm:if>
                    <dgm:else name="Name161">
                      <dgm:alg type="hierChild">
                        <dgm:param type="chAlign" val="r"/>
                        <dgm:param type="linDir" val="fromT"/>
                        <dgm:param type="secChAlign" val="t"/>
                        <dgm:param type="sec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62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12/14/2025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1547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4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802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60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4357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615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12/14/2025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8451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120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44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366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1689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12/14/2025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41383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rumvag/HealthRiskModel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3E0473-C315-42D8-A82A-A2FE49DC6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23A251-68F2-43E5-812B-4BBAE1AF5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C3E36F-20FB-CF86-277D-ECF6E1D4252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0193" r="-1" b="23543"/>
          <a:stretch>
            <a:fillRect/>
          </a:stretch>
        </p:blipFill>
        <p:spPr>
          <a:xfrm>
            <a:off x="1525" y="10"/>
            <a:ext cx="12188951" cy="6857990"/>
          </a:xfrm>
          <a:prstGeom prst="rect">
            <a:avLst/>
          </a:prstGeom>
        </p:spPr>
      </p:pic>
      <p:grpSp>
        <p:nvGrpSpPr>
          <p:cNvPr id="13" name="decorative circle">
            <a:extLst>
              <a:ext uri="{FF2B5EF4-FFF2-40B4-BE49-F238E27FC236}">
                <a16:creationId xmlns:a16="http://schemas.microsoft.com/office/drawing/2014/main" id="{0350AF23-2606-421F-AB7B-23D9B48F3E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14102" y="236341"/>
            <a:ext cx="11340713" cy="5464029"/>
            <a:chOff x="314102" y="236341"/>
            <a:chExt cx="11340713" cy="5464029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26A544A-3C76-4502-A741-F4DB0E2CD2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448" y="38039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17B8593-D171-47B5-8D1A-E34E7B1384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14102" y="3044381"/>
              <a:ext cx="226735" cy="226735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FEF60D4-64F6-450F-B86D-383EEA1C84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8374" y="386135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97D4A7C-B520-46CB-9A94-711F53997B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5714" y="236341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B7B976F-E84B-4936-90D7-C8298A5E7B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51535" y="2516671"/>
              <a:ext cx="466441" cy="46644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C91FFEC-59DF-4D22-A925-F515207692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30142" y="458803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8931E95-0847-47E4-8AEC-312312A032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02046" y="5394590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C094915-EF93-49A0-9B90-C44FB9B50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08287" y="5160714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6AE658-7C51-1E18-69D1-0ACDECC02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62606" y="1122363"/>
            <a:ext cx="7063739" cy="2387600"/>
          </a:xfrm>
        </p:spPr>
        <p:txBody>
          <a:bodyPr>
            <a:normAutofit/>
          </a:bodyPr>
          <a:lstStyle/>
          <a:p>
            <a:r>
              <a:rPr lang="en-US" sz="4200" dirty="0">
                <a:solidFill>
                  <a:srgbClr val="FFFFFF"/>
                </a:solidFill>
                <a:effectLst/>
              </a:rPr>
              <a:t>IKIBONDO: AI-driven </a:t>
            </a:r>
            <a:r>
              <a:rPr lang="en-US" sz="4200" dirty="0">
                <a:solidFill>
                  <a:srgbClr val="FFFFFF"/>
                </a:solidFill>
              </a:rPr>
              <a:t>ba</a:t>
            </a:r>
            <a:r>
              <a:rPr lang="en-US" sz="4200" dirty="0">
                <a:solidFill>
                  <a:srgbClr val="FFFFFF"/>
                </a:solidFill>
                <a:effectLst/>
              </a:rPr>
              <a:t>by </a:t>
            </a:r>
            <a:r>
              <a:rPr lang="en-US" sz="4200" dirty="0">
                <a:solidFill>
                  <a:srgbClr val="FFFFFF"/>
                </a:solidFill>
              </a:rPr>
              <a:t>h</a:t>
            </a:r>
            <a:r>
              <a:rPr lang="en-US" sz="4200" dirty="0">
                <a:solidFill>
                  <a:srgbClr val="FFFFFF"/>
                </a:solidFill>
                <a:effectLst/>
              </a:rPr>
              <a:t>ealth </a:t>
            </a:r>
            <a:r>
              <a:rPr lang="en-US" sz="4200" dirty="0">
                <a:solidFill>
                  <a:srgbClr val="FFFFFF"/>
                </a:solidFill>
              </a:rPr>
              <a:t>r</a:t>
            </a:r>
            <a:r>
              <a:rPr lang="en-US" sz="4200" dirty="0">
                <a:solidFill>
                  <a:srgbClr val="FFFFFF"/>
                </a:solidFill>
                <a:effectLst/>
              </a:rPr>
              <a:t>isk </a:t>
            </a:r>
            <a:r>
              <a:rPr lang="en-US" sz="4200" dirty="0">
                <a:solidFill>
                  <a:srgbClr val="FFFFFF"/>
                </a:solidFill>
              </a:rPr>
              <a:t>m</a:t>
            </a:r>
            <a:r>
              <a:rPr lang="en-US" sz="4200" dirty="0">
                <a:solidFill>
                  <a:srgbClr val="FFFFFF"/>
                </a:solidFill>
                <a:effectLst/>
              </a:rPr>
              <a:t>onitoring and vaccination </a:t>
            </a:r>
            <a:r>
              <a:rPr lang="en-US" sz="4200" dirty="0">
                <a:solidFill>
                  <a:srgbClr val="FFFFFF"/>
                </a:solidFill>
              </a:rPr>
              <a:t>s</a:t>
            </a:r>
            <a:r>
              <a:rPr lang="en-US" sz="4200" dirty="0">
                <a:solidFill>
                  <a:srgbClr val="FFFFFF"/>
                </a:solidFill>
                <a:effectLst/>
              </a:rPr>
              <a:t>cheduling </a:t>
            </a:r>
            <a:r>
              <a:rPr lang="en-US" sz="4200" dirty="0">
                <a:solidFill>
                  <a:srgbClr val="FFFFFF"/>
                </a:solidFill>
              </a:rPr>
              <a:t>s</a:t>
            </a:r>
            <a:r>
              <a:rPr lang="en-US" sz="4200" dirty="0">
                <a:solidFill>
                  <a:srgbClr val="FFFFFF"/>
                </a:solidFill>
                <a:effectLst/>
              </a:rPr>
              <a:t>ystem</a:t>
            </a:r>
            <a:endParaRPr lang="en-GB" sz="42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8D535A-C0E6-73D7-44B3-DCBF94C2FB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630" y="3886246"/>
            <a:ext cx="8217689" cy="2668016"/>
          </a:xfrm>
        </p:spPr>
        <p:txBody>
          <a:bodyPr>
            <a:normAutofit fontScale="92500" lnSpcReduction="10000"/>
          </a:bodyPr>
          <a:lstStyle/>
          <a:p>
            <a:r>
              <a:rPr lang="sv-SE" sz="2000" dirty="0">
                <a:solidFill>
                  <a:srgbClr val="FFFFFF"/>
                </a:solidFill>
                <a:effectLst/>
              </a:rPr>
              <a:t>IRUMVA Gad Anaclet (223000471) </a:t>
            </a:r>
          </a:p>
          <a:p>
            <a:r>
              <a:rPr lang="sv-SE" sz="2000" dirty="0">
                <a:solidFill>
                  <a:srgbClr val="FFFFFF"/>
                </a:solidFill>
                <a:effectLst/>
              </a:rPr>
              <a:t>TUMUKUNDE Gentille (223021200)</a:t>
            </a:r>
          </a:p>
          <a:p>
            <a:r>
              <a:rPr lang="en-US" sz="2000" dirty="0">
                <a:solidFill>
                  <a:srgbClr val="FFFFFF"/>
                </a:solidFill>
                <a:effectLst/>
              </a:rPr>
              <a:t>University of Rwanda, School of Science and Technology</a:t>
            </a:r>
          </a:p>
          <a:p>
            <a:r>
              <a:rPr lang="en-GB" sz="2000" dirty="0">
                <a:solidFill>
                  <a:srgbClr val="FFFFFF"/>
                </a:solidFill>
                <a:effectLst/>
              </a:rPr>
              <a:t>December 11, 2025</a:t>
            </a:r>
          </a:p>
          <a:p>
            <a:pPr algn="l"/>
            <a:endParaRPr lang="en-GB" sz="2000" dirty="0">
              <a:solidFill>
                <a:srgbClr val="FFFFFF"/>
              </a:solidFill>
            </a:endParaRPr>
          </a:p>
          <a:p>
            <a:pPr algn="l"/>
            <a:endParaRPr lang="en-GB" sz="2000" dirty="0">
              <a:solidFill>
                <a:srgbClr val="FFFFFF"/>
              </a:solidFill>
            </a:endParaRPr>
          </a:p>
          <a:p>
            <a:r>
              <a:rPr lang="sv-SE" sz="2000" dirty="0">
                <a:solidFill>
                  <a:srgbClr val="FFFFFF"/>
                </a:solidFill>
                <a:effectLst/>
              </a:rPr>
              <a:t>Click here to visit our project [</a:t>
            </a:r>
            <a:r>
              <a:rPr lang="sv-SE" sz="2000" dirty="0">
                <a:solidFill>
                  <a:srgbClr val="FFFFFF"/>
                </a:solidFill>
                <a:effectLst/>
                <a:hlinkClick r:id="rId3"/>
              </a:rPr>
              <a:t>GitHub URL here</a:t>
            </a:r>
            <a:r>
              <a:rPr lang="sv-SE" sz="2000" dirty="0">
                <a:solidFill>
                  <a:srgbClr val="FFFFFF"/>
                </a:solidFill>
                <a:effectLst/>
              </a:rPr>
              <a:t>] </a:t>
            </a:r>
            <a:endParaRPr lang="en-GB" sz="20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9423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C3620-153C-F78E-4269-9107192BB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Project overview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D6ABA-AE70-427B-7F1C-A6479AD96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800" b="1" dirty="0"/>
              <a:t>Background</a:t>
            </a:r>
            <a:r>
              <a:rPr lang="en-US" sz="2800" dirty="0"/>
              <a:t>: Child health in Rwanda faces challenges like manual tracking, data loss, delayed interventions, and low vaccination coverage.</a:t>
            </a:r>
          </a:p>
          <a:p>
            <a:pPr marL="0" indent="0">
              <a:buNone/>
            </a:pPr>
            <a:r>
              <a:rPr lang="en-US" sz="2800" b="1" dirty="0"/>
              <a:t>Problem Statement</a:t>
            </a:r>
            <a:r>
              <a:rPr lang="en-US" sz="2800" dirty="0"/>
              <a:t>: Lack of real-time risk assessment, automated vaccination tracking, and integrated decision support for CHWs and clinicians.</a:t>
            </a:r>
          </a:p>
          <a:p>
            <a:pPr marL="0" indent="0">
              <a:buNone/>
            </a:pPr>
            <a:r>
              <a:rPr lang="en-US" sz="2800" b="1" dirty="0"/>
              <a:t>Objectives</a:t>
            </a:r>
            <a:r>
              <a:rPr lang="en-US" sz="2800" dirty="0"/>
              <a:t>: Develop </a:t>
            </a:r>
            <a:r>
              <a:rPr lang="en-US" sz="2800" dirty="0" err="1"/>
              <a:t>HealthRiskModel</a:t>
            </a:r>
            <a:r>
              <a:rPr lang="en-US" sz="2800" dirty="0"/>
              <a:t> (ML classifier for Low/Medium/High risk).Implement Vaccination Status Logic (rule-based).Build integrated IKIBONDO system for deployment.</a:t>
            </a:r>
          </a:p>
          <a:p>
            <a:pPr marL="0" indent="0">
              <a:buNone/>
            </a:pPr>
            <a:r>
              <a:rPr lang="en-US" sz="2800" b="1" dirty="0"/>
              <a:t>Progress</a:t>
            </a:r>
            <a:r>
              <a:rPr lang="en-US" sz="2800" dirty="0"/>
              <a:t>: System architecture designed; ML model trained and evaluated; rule-based logic implemented.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764233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19F76-7877-E2D4-CC64-D3369B96A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51181-88F0-66BB-43E2-019FA3F58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825625"/>
            <a:ext cx="5307966" cy="4351338"/>
          </a:xfrm>
        </p:spPr>
        <p:txBody>
          <a:bodyPr/>
          <a:lstStyle/>
          <a:p>
            <a:r>
              <a:rPr lang="en-GB" b="1" dirty="0"/>
              <a:t>Components:</a:t>
            </a:r>
            <a:r>
              <a:rPr lang="en-GB" dirty="0"/>
              <a:t> Data Integration: Synthetic dataset (100k records), WHO growth standards, Rwanda vaccine schedule.</a:t>
            </a:r>
          </a:p>
          <a:p>
            <a:pPr lvl="1"/>
            <a:r>
              <a:rPr lang="en-GB" dirty="0"/>
              <a:t>ML Module: </a:t>
            </a:r>
            <a:r>
              <a:rPr lang="en-GB" dirty="0" err="1"/>
              <a:t>HealthRiskModel</a:t>
            </a:r>
            <a:r>
              <a:rPr lang="en-GB" dirty="0"/>
              <a:t> for risk prediction.</a:t>
            </a:r>
          </a:p>
          <a:p>
            <a:pPr lvl="1"/>
            <a:r>
              <a:rPr lang="en-GB" dirty="0"/>
              <a:t>Vaccination Module: Rule-based adherence classification (Good/Medium/Poor).</a:t>
            </a:r>
          </a:p>
          <a:p>
            <a:pPr lvl="1"/>
            <a:r>
              <a:rPr lang="en-GB" dirty="0"/>
              <a:t>User Interface (Planned): CHW dashboard, caregiver app, clinician portal.</a:t>
            </a:r>
          </a:p>
          <a:p>
            <a:r>
              <a:rPr lang="en-US" dirty="0"/>
              <a:t>Progress: Full pipeline implemented (data flow from collection to inference).</a:t>
            </a:r>
          </a:p>
          <a:p>
            <a:endParaRPr lang="en-GB" dirty="0"/>
          </a:p>
        </p:txBody>
      </p:sp>
      <p:pic>
        <p:nvPicPr>
          <p:cNvPr id="5" name="Picture 4" descr="A diagram of a system&#10;&#10;AI-generated content may be incorrect.">
            <a:extLst>
              <a:ext uri="{FF2B5EF4-FFF2-40B4-BE49-F238E27FC236}">
                <a16:creationId xmlns:a16="http://schemas.microsoft.com/office/drawing/2014/main" id="{0063E97E-CD2A-4A6B-1D0A-61268C2120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063" y="1319787"/>
            <a:ext cx="6119446" cy="4718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11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F8E18AC-903E-4B46-8CC0-FE20E612CE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DEE38FB-0763-470C-8A5E-44456B513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EBF94E-F4C6-60E7-51E6-1BA4C66D3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9" y="429907"/>
            <a:ext cx="5651597" cy="1777437"/>
          </a:xfrm>
        </p:spPr>
        <p:txBody>
          <a:bodyPr anchor="b">
            <a:normAutofit/>
          </a:bodyPr>
          <a:lstStyle/>
          <a:p>
            <a:r>
              <a:rPr lang="en-GB" sz="4400" b="1" dirty="0"/>
              <a:t>Data &amp; Preprocessing</a:t>
            </a:r>
            <a:endParaRPr lang="en-GB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A0102-E2A4-9846-81F8-131ACC8A94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39" y="2207345"/>
            <a:ext cx="5514171" cy="3969618"/>
          </a:xfrm>
        </p:spPr>
        <p:txBody>
          <a:bodyPr anchor="t">
            <a:noAutofit/>
          </a:bodyPr>
          <a:lstStyle/>
          <a:p>
            <a:r>
              <a:rPr lang="en-GB" sz="1800" dirty="0"/>
              <a:t>Dataset: 100k synthetic newborn records (0-6+ years); features include demographics, vitals, growth, feeding, immunization.</a:t>
            </a:r>
          </a:p>
          <a:p>
            <a:r>
              <a:rPr lang="en-GB" sz="1800" dirty="0"/>
              <a:t>Feature Engineering: 39 features (20 numeric, 10 binary, 5 categorical) e.g., </a:t>
            </a:r>
            <a:r>
              <a:rPr lang="en-GB" sz="1800" dirty="0" err="1"/>
              <a:t>age_months</a:t>
            </a:r>
            <a:r>
              <a:rPr lang="en-GB" sz="1800" dirty="0"/>
              <a:t>, </a:t>
            </a:r>
            <a:r>
              <a:rPr lang="en-GB" sz="1800" dirty="0" err="1"/>
              <a:t>bmi_like</a:t>
            </a:r>
            <a:r>
              <a:rPr lang="en-GB" sz="1800" dirty="0"/>
              <a:t>, </a:t>
            </a:r>
            <a:r>
              <a:rPr lang="en-GB" sz="1800" dirty="0" err="1"/>
              <a:t>fever_flag</a:t>
            </a:r>
            <a:r>
              <a:rPr lang="en-GB" sz="1800" dirty="0"/>
              <a:t>, </a:t>
            </a:r>
            <a:r>
              <a:rPr lang="en-GB" sz="1800" dirty="0" err="1"/>
              <a:t>due_vaccines_count</a:t>
            </a:r>
            <a:r>
              <a:rPr lang="en-GB" sz="1800" dirty="0"/>
              <a:t>.</a:t>
            </a:r>
          </a:p>
          <a:p>
            <a:r>
              <a:rPr lang="en-GB" sz="1800" dirty="0"/>
              <a:t>Preprocessing Steps: Cleaning, validation, scaling (</a:t>
            </a:r>
            <a:r>
              <a:rPr lang="en-GB" sz="1800" dirty="0" err="1"/>
              <a:t>StandardScaler</a:t>
            </a:r>
            <a:r>
              <a:rPr lang="en-GB" sz="1800" dirty="0"/>
              <a:t>), encoding (</a:t>
            </a:r>
            <a:r>
              <a:rPr lang="en-GB" sz="1800" dirty="0" err="1"/>
              <a:t>OneHotEncoder</a:t>
            </a:r>
            <a:r>
              <a:rPr lang="en-GB" sz="1800" dirty="0"/>
              <a:t>), SMOTE for imbalance.</a:t>
            </a:r>
          </a:p>
          <a:p>
            <a:r>
              <a:rPr lang="en-GB" sz="1800" dirty="0"/>
              <a:t>Class Distribution (Before/After SMOTE):</a:t>
            </a:r>
          </a:p>
          <a:p>
            <a:pPr lvl="1"/>
            <a:r>
              <a:rPr lang="en-GB" dirty="0"/>
              <a:t>Before: Low ~75%, Medium ~19%, High ~5%.</a:t>
            </a:r>
          </a:p>
          <a:p>
            <a:pPr lvl="1"/>
            <a:r>
              <a:rPr lang="en-GB" dirty="0"/>
              <a:t>After: Balanced (60k each class).Progress: Dataset processed; code in preprocessing.py and HealthRiskModel_smote.py.</a:t>
            </a:r>
          </a:p>
        </p:txBody>
      </p:sp>
      <p:sp>
        <p:nvSpPr>
          <p:cNvPr id="16" name="Oval 1">
            <a:extLst>
              <a:ext uri="{FF2B5EF4-FFF2-40B4-BE49-F238E27FC236}">
                <a16:creationId xmlns:a16="http://schemas.microsoft.com/office/drawing/2014/main" id="{F1D6E6C0-11C7-4A38-BD12-80741960B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291411" y="557332"/>
            <a:ext cx="5743337" cy="574333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decorative circles">
            <a:extLst>
              <a:ext uri="{FF2B5EF4-FFF2-40B4-BE49-F238E27FC236}">
                <a16:creationId xmlns:a16="http://schemas.microsoft.com/office/drawing/2014/main" id="{2B16E781-E64A-4007-B0F1-5A50135A4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870062" y="289695"/>
            <a:ext cx="4971115" cy="6138399"/>
            <a:chOff x="6870062" y="289695"/>
            <a:chExt cx="4971115" cy="6138399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F5849D6-7C1F-435A-8BEB-2A37173B65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43605" y="289695"/>
              <a:ext cx="226735" cy="226735"/>
            </a:xfrm>
            <a:prstGeom prst="ellipse">
              <a:avLst/>
            </a:prstGeom>
            <a:solidFill>
              <a:srgbClr val="9744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C6C5D90-0568-4F1C-9392-536D4E32E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74736" y="5667686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E069E425-421F-469A-9C32-9FB5C16E59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427805" y="5275653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4C31A526-345A-4A63-BA59-FF91204E9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69847" y="59428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27432B5-3C17-4415-B09A-67FCBD6360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81540" y="655922"/>
              <a:ext cx="466441" cy="466441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0E4DDCC-A5A9-4365-876A-7992F2CF4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003560" y="387281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A5DB42D-36BB-41F6-A512-3AFDD33ADA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163367" y="6122314"/>
              <a:ext cx="305780" cy="3057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03F45BD-67A0-4732-B626-9ECB4B18E2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70062" y="5959435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Picture 6" descr="A chart of a diagram&#10;&#10;AI-generated content may be incorrect.">
            <a:extLst>
              <a:ext uri="{FF2B5EF4-FFF2-40B4-BE49-F238E27FC236}">
                <a16:creationId xmlns:a16="http://schemas.microsoft.com/office/drawing/2014/main" id="{7453274D-D115-7A03-B254-72F39D1E11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3145" y="2207344"/>
            <a:ext cx="5102682" cy="265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528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3CA13-9D51-DEEF-390C-65AEFB9FA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HealthRiskModel - ML Design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1643F-50C8-0B64-DA88-AC5FE345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Task: Multi-class classification (Low=0, Medium=1, High=2).</a:t>
            </a:r>
          </a:p>
          <a:p>
            <a:r>
              <a:rPr lang="en-GB" dirty="0"/>
              <a:t>Imbalance Handling: SMOTE on training data (80/20 split).</a:t>
            </a:r>
          </a:p>
          <a:p>
            <a:r>
              <a:rPr lang="en-GB" dirty="0"/>
              <a:t>Models Evaluated: Logistic Regression, KNN, Decision Tree, Random Forest, Gradient Boosting.</a:t>
            </a:r>
          </a:p>
          <a:p>
            <a:r>
              <a:rPr lang="en-GB" dirty="0"/>
              <a:t>Selected Model: Decision Tree (best macro F1=0.329; interpretable for clinical use).</a:t>
            </a:r>
          </a:p>
          <a:p>
            <a:pPr lvl="1"/>
            <a:r>
              <a:rPr lang="en-GB" dirty="0"/>
              <a:t>Why Decision Tree? </a:t>
            </a:r>
          </a:p>
          <a:p>
            <a:pPr marL="457200" lvl="1" indent="0">
              <a:buNone/>
            </a:pPr>
            <a:r>
              <a:rPr lang="en-GB" dirty="0"/>
              <a:t>	Balances classes, captures non-linear patterns, avoids majority bias.</a:t>
            </a:r>
          </a:p>
          <a:p>
            <a:r>
              <a:rPr lang="en-GB" dirty="0"/>
              <a:t>Progress: </a:t>
            </a:r>
          </a:p>
          <a:p>
            <a:pPr marL="0" indent="0">
              <a:buNone/>
            </a:pPr>
            <a:r>
              <a:rPr lang="en-GB" dirty="0"/>
              <a:t>	Models trained; </a:t>
            </a:r>
          </a:p>
          <a:p>
            <a:pPr marL="0" indent="0">
              <a:buNone/>
            </a:pPr>
            <a:r>
              <a:rPr lang="en-GB" dirty="0"/>
              <a:t>	best model serialized (</a:t>
            </a:r>
            <a:r>
              <a:rPr lang="en-GB" dirty="0" err="1"/>
              <a:t>HealthRiskModel_best_smote.joblib</a:t>
            </a:r>
            <a:r>
              <a:rPr lang="en-GB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506309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58183E0-58D3-4C7F-97F0-2494113B3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93D7220-9A41-4B89-8A05-2E854925ED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57796C-AEAF-C97D-CB8E-7E5DF80C1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78" y="952022"/>
            <a:ext cx="4606280" cy="5157049"/>
          </a:xfrm>
        </p:spPr>
        <p:txBody>
          <a:bodyPr anchor="ctr">
            <a:normAutofit/>
          </a:bodyPr>
          <a:lstStyle/>
          <a:p>
            <a:r>
              <a:rPr lang="en-GB" sz="4400"/>
              <a:t>Model Training &amp; Evaluation</a:t>
            </a:r>
          </a:p>
        </p:txBody>
      </p:sp>
      <p:grpSp>
        <p:nvGrpSpPr>
          <p:cNvPr id="13" name="Decorative Circles">
            <a:extLst>
              <a:ext uri="{FF2B5EF4-FFF2-40B4-BE49-F238E27FC236}">
                <a16:creationId xmlns:a16="http://schemas.microsoft.com/office/drawing/2014/main" id="{9215E110-AB5D-437B-9906-4A431F695E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51383" y="253192"/>
            <a:ext cx="2260285" cy="6604807"/>
            <a:chOff x="9951383" y="253192"/>
            <a:chExt cx="2260285" cy="6604807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4D2C49A-33C3-4048-8267-6907CA622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51383" y="253192"/>
              <a:ext cx="226735" cy="226735"/>
            </a:xfrm>
            <a:prstGeom prst="ellipse">
              <a:avLst/>
            </a:prstGeom>
            <a:solidFill>
              <a:srgbClr val="9744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65CBEB7-29CF-4F21-ABB7-012581304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53890" y="554418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C900504-84D3-4813-B737-775C16F8F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4134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54A3D21-5E60-4B25-890E-FA22F16436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627694" y="749878"/>
              <a:ext cx="202144" cy="202144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F04BF80-E9DB-4641-8EA2-51698324F1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236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34395B9-3F83-49A4-9275-0A315D88F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16802" y="6415697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E7ABD02-CD92-4D6C-B4BA-984D6688F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51383" y="6204350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B336017-F12B-485C-B5E1-B6971DA0CD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61912" y="6317717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1F43CEC-6EFF-2322-5BD5-667E532750D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5188961"/>
              </p:ext>
            </p:extLst>
          </p:nvPr>
        </p:nvGraphicFramePr>
        <p:xfrm>
          <a:off x="5544878" y="1558155"/>
          <a:ext cx="5891472" cy="3944786"/>
        </p:xfrm>
        <a:graphic>
          <a:graphicData uri="http://schemas.openxmlformats.org/drawingml/2006/table">
            <a:tbl>
              <a:tblPr firstRow="1" bandRow="1">
                <a:tableStyleId>{46F890A9-2807-4EBB-B81D-B2AA78EC7F39}</a:tableStyleId>
              </a:tblPr>
              <a:tblGrid>
                <a:gridCol w="2516220">
                  <a:extLst>
                    <a:ext uri="{9D8B030D-6E8A-4147-A177-3AD203B41FA5}">
                      <a16:colId xmlns:a16="http://schemas.microsoft.com/office/drawing/2014/main" val="3473913658"/>
                    </a:ext>
                  </a:extLst>
                </a:gridCol>
                <a:gridCol w="1670716">
                  <a:extLst>
                    <a:ext uri="{9D8B030D-6E8A-4147-A177-3AD203B41FA5}">
                      <a16:colId xmlns:a16="http://schemas.microsoft.com/office/drawing/2014/main" val="1334859752"/>
                    </a:ext>
                  </a:extLst>
                </a:gridCol>
                <a:gridCol w="1704536">
                  <a:extLst>
                    <a:ext uri="{9D8B030D-6E8A-4147-A177-3AD203B41FA5}">
                      <a16:colId xmlns:a16="http://schemas.microsoft.com/office/drawing/2014/main" val="2859378859"/>
                    </a:ext>
                  </a:extLst>
                </a:gridCol>
              </a:tblGrid>
              <a:tr h="535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Model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Accuracy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Macro F1</a:t>
                      </a:r>
                    </a:p>
                  </a:txBody>
                  <a:tcPr marL="121753" marR="121753" marT="60876" marB="60876" anchor="ctr"/>
                </a:tc>
                <a:extLst>
                  <a:ext uri="{0D108BD9-81ED-4DB2-BD59-A6C34878D82A}">
                    <a16:rowId xmlns:a16="http://schemas.microsoft.com/office/drawing/2014/main" val="1643735218"/>
                  </a:ext>
                </a:extLst>
              </a:tr>
              <a:tr h="900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Logistic Regression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0.314</a:t>
                      </a:r>
                    </a:p>
                  </a:txBody>
                  <a:tcPr marL="121753" marR="121753" marT="60876" marB="608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0.257</a:t>
                      </a:r>
                    </a:p>
                  </a:txBody>
                  <a:tcPr marL="121753" marR="121753" marT="60876" marB="60876" anchor="ctr"/>
                </a:tc>
                <a:extLst>
                  <a:ext uri="{0D108BD9-81ED-4DB2-BD59-A6C34878D82A}">
                    <a16:rowId xmlns:a16="http://schemas.microsoft.com/office/drawing/2014/main" val="3230182965"/>
                  </a:ext>
                </a:extLst>
              </a:tr>
              <a:tr h="535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KNN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0.331</a:t>
                      </a:r>
                    </a:p>
                  </a:txBody>
                  <a:tcPr marL="121753" marR="121753" marT="60876" marB="608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0.265</a:t>
                      </a:r>
                    </a:p>
                  </a:txBody>
                  <a:tcPr marL="121753" marR="121753" marT="60876" marB="608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1784469"/>
                  </a:ext>
                </a:extLst>
              </a:tr>
              <a:tr h="535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Decision Tree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0.580</a:t>
                      </a:r>
                    </a:p>
                  </a:txBody>
                  <a:tcPr marL="121753" marR="121753" marT="60876" marB="608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0.329</a:t>
                      </a:r>
                    </a:p>
                  </a:txBody>
                  <a:tcPr marL="121753" marR="121753" marT="60876" marB="608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83984242"/>
                  </a:ext>
                </a:extLst>
              </a:tr>
              <a:tr h="535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Random Forest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0.751</a:t>
                      </a:r>
                    </a:p>
                  </a:txBody>
                  <a:tcPr marL="121753" marR="121753" marT="60876" marB="608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0.286</a:t>
                      </a:r>
                    </a:p>
                  </a:txBody>
                  <a:tcPr marL="121753" marR="121753" marT="60876" marB="608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7691006"/>
                  </a:ext>
                </a:extLst>
              </a:tr>
              <a:tr h="900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Gradient Boosting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0.751</a:t>
                      </a:r>
                    </a:p>
                  </a:txBody>
                  <a:tcPr marL="121753" marR="121753" marT="60876" marB="608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2400"/>
                        <a:t>0.286</a:t>
                      </a:r>
                    </a:p>
                  </a:txBody>
                  <a:tcPr marL="121753" marR="121753" marT="60876" marB="608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043497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056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524F-4A86-7B30-5049-50DCD14F6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Prediction Plots for health-risk models</a:t>
            </a:r>
            <a:endParaRPr lang="en-GB" dirty="0"/>
          </a:p>
        </p:txBody>
      </p:sp>
      <p:pic>
        <p:nvPicPr>
          <p:cNvPr id="5" name="Content Placeholder 4" descr="A diagram of a graph&#10;&#10;AI-generated content may be incorrect.">
            <a:extLst>
              <a:ext uri="{FF2B5EF4-FFF2-40B4-BE49-F238E27FC236}">
                <a16:creationId xmlns:a16="http://schemas.microsoft.com/office/drawing/2014/main" id="{58FAC053-45D3-DC43-127C-862F42E3CE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5774" y="1825625"/>
            <a:ext cx="8702676" cy="4351338"/>
          </a:xfrm>
        </p:spPr>
      </p:pic>
    </p:spTree>
    <p:extLst>
      <p:ext uri="{BB962C8B-B14F-4D97-AF65-F5344CB8AC3E}">
        <p14:creationId xmlns:p14="http://schemas.microsoft.com/office/powerpoint/2010/main" val="1383459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2E752-8AD0-BBF1-1E33-F8CD2FFF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continue…</a:t>
            </a:r>
            <a:endParaRPr lang="en-GB" dirty="0"/>
          </a:p>
        </p:txBody>
      </p:sp>
      <p:pic>
        <p:nvPicPr>
          <p:cNvPr id="5" name="Content Placeholder 4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C84140FB-D3F4-EA07-D0D7-C6FB344F95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9323" y="1825625"/>
            <a:ext cx="7315578" cy="4351338"/>
          </a:xfrm>
        </p:spPr>
      </p:pic>
    </p:spTree>
    <p:extLst>
      <p:ext uri="{BB962C8B-B14F-4D97-AF65-F5344CB8AC3E}">
        <p14:creationId xmlns:p14="http://schemas.microsoft.com/office/powerpoint/2010/main" val="301335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40E33-F06E-EAE2-4775-9CF158A44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1838-8737-61DE-7BA4-A2479853D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continue…</a:t>
            </a:r>
            <a:endParaRPr lang="en-GB" dirty="0"/>
          </a:p>
        </p:txBody>
      </p:sp>
      <p:pic>
        <p:nvPicPr>
          <p:cNvPr id="7" name="Content Placeholder 6" descr="A graph of a chart&#10;&#10;AI-generated content may be incorrect.">
            <a:extLst>
              <a:ext uri="{FF2B5EF4-FFF2-40B4-BE49-F238E27FC236}">
                <a16:creationId xmlns:a16="http://schemas.microsoft.com/office/drawing/2014/main" id="{A35CA4F6-693D-855E-D1A4-061046B25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6493" y="1825625"/>
            <a:ext cx="6861239" cy="4351338"/>
          </a:xfrm>
        </p:spPr>
      </p:pic>
    </p:spTree>
    <p:extLst>
      <p:ext uri="{BB962C8B-B14F-4D97-AF65-F5344CB8AC3E}">
        <p14:creationId xmlns:p14="http://schemas.microsoft.com/office/powerpoint/2010/main" val="1311103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2663A72-E771-41D4-96AA-28C1B2172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164F59-4B09-4DB4-A99F-97C71DE46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B398D0-3827-8157-68F3-0D0B2730E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78" y="952022"/>
            <a:ext cx="4606280" cy="5157049"/>
          </a:xfrm>
        </p:spPr>
        <p:txBody>
          <a:bodyPr anchor="ctr">
            <a:normAutofit/>
          </a:bodyPr>
          <a:lstStyle/>
          <a:p>
            <a:r>
              <a:rPr lang="en-GB" sz="4400"/>
              <a:t>Vaccination Status Logic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B336017-F12B-485C-B5E1-B6971DA0C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6099" y="238175"/>
            <a:ext cx="6735901" cy="6619825"/>
          </a:xfrm>
          <a:custGeom>
            <a:avLst/>
            <a:gdLst>
              <a:gd name="connsiteX0" fmla="*/ 1224540 w 2115556"/>
              <a:gd name="connsiteY0" fmla="*/ 0 h 2079100"/>
              <a:gd name="connsiteX1" fmla="*/ 2090421 w 2115556"/>
              <a:gd name="connsiteY1" fmla="*/ 358660 h 2079100"/>
              <a:gd name="connsiteX2" fmla="*/ 2115556 w 2115556"/>
              <a:gd name="connsiteY2" fmla="*/ 386315 h 2079100"/>
              <a:gd name="connsiteX3" fmla="*/ 2115556 w 2115556"/>
              <a:gd name="connsiteY3" fmla="*/ 2062765 h 2079100"/>
              <a:gd name="connsiteX4" fmla="*/ 2100710 w 2115556"/>
              <a:gd name="connsiteY4" fmla="*/ 2079100 h 2079100"/>
              <a:gd name="connsiteX5" fmla="*/ 348370 w 2115556"/>
              <a:gd name="connsiteY5" fmla="*/ 2079100 h 2079100"/>
              <a:gd name="connsiteX6" fmla="*/ 279625 w 2115556"/>
              <a:gd name="connsiteY6" fmla="*/ 2003461 h 2079100"/>
              <a:gd name="connsiteX7" fmla="*/ 0 w 2115556"/>
              <a:gd name="connsiteY7" fmla="*/ 1224540 h 2079100"/>
              <a:gd name="connsiteX8" fmla="*/ 1224540 w 2115556"/>
              <a:gd name="connsiteY8" fmla="*/ 0 h 2079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15556" h="2079100">
                <a:moveTo>
                  <a:pt x="1224540" y="0"/>
                </a:moveTo>
                <a:cubicBezTo>
                  <a:pt x="1562687" y="0"/>
                  <a:pt x="1868823" y="137062"/>
                  <a:pt x="2090421" y="358660"/>
                </a:cubicBezTo>
                <a:lnTo>
                  <a:pt x="2115556" y="386315"/>
                </a:lnTo>
                <a:lnTo>
                  <a:pt x="2115556" y="2062765"/>
                </a:lnTo>
                <a:lnTo>
                  <a:pt x="2100710" y="2079100"/>
                </a:lnTo>
                <a:lnTo>
                  <a:pt x="348370" y="2079100"/>
                </a:lnTo>
                <a:lnTo>
                  <a:pt x="279625" y="2003461"/>
                </a:lnTo>
                <a:cubicBezTo>
                  <a:pt x="104938" y="1791789"/>
                  <a:pt x="0" y="1520419"/>
                  <a:pt x="0" y="1224540"/>
                </a:cubicBezTo>
                <a:cubicBezTo>
                  <a:pt x="0" y="548245"/>
                  <a:pt x="548245" y="0"/>
                  <a:pt x="122454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1" name="decorative circles">
            <a:extLst>
              <a:ext uri="{FF2B5EF4-FFF2-40B4-BE49-F238E27FC236}">
                <a16:creationId xmlns:a16="http://schemas.microsoft.com/office/drawing/2014/main" id="{C2C078FA-5775-45CB-A8F3-53B3F1AD2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51383" y="299808"/>
            <a:ext cx="1668948" cy="6421669"/>
            <a:chOff x="9951383" y="299808"/>
            <a:chExt cx="1668948" cy="6421669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65CBEB7-29CF-4F21-ABB7-012581304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53890" y="554418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C900504-84D3-4813-B737-775C16F8F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4134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F04BF80-E9DB-4641-8EA2-51698324F1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236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34395B9-3F83-49A4-9275-0A315D88F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16802" y="6415697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E7ABD02-CD92-4D6C-B4BA-984D6688F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51383" y="6204350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A8AA69D-C282-AE2F-AEA9-AD314F30E2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98344775"/>
              </p:ext>
            </p:extLst>
          </p:nvPr>
        </p:nvGraphicFramePr>
        <p:xfrm>
          <a:off x="5855597" y="952022"/>
          <a:ext cx="5891471" cy="51570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7861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7908DE9-5647-483E-B731-49D34A839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26962B4-5DCE-4745-A877-F7237DA68D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FC31C6D-653C-4C57-B226-ED6CE571F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2590" y="0"/>
            <a:ext cx="8389411" cy="6858000"/>
          </a:xfrm>
          <a:custGeom>
            <a:avLst/>
            <a:gdLst>
              <a:gd name="connsiteX0" fmla="*/ 1405847 w 8389411"/>
              <a:gd name="connsiteY0" fmla="*/ 0 h 6858000"/>
              <a:gd name="connsiteX1" fmla="*/ 8389411 w 8389411"/>
              <a:gd name="connsiteY1" fmla="*/ 0 h 6858000"/>
              <a:gd name="connsiteX2" fmla="*/ 8389411 w 8389411"/>
              <a:gd name="connsiteY2" fmla="*/ 6858000 h 6858000"/>
              <a:gd name="connsiteX3" fmla="*/ 1403382 w 8389411"/>
              <a:gd name="connsiteY3" fmla="*/ 6858000 h 6858000"/>
              <a:gd name="connsiteX4" fmla="*/ 1126450 w 8389411"/>
              <a:gd name="connsiteY4" fmla="*/ 6554701 h 6858000"/>
              <a:gd name="connsiteX5" fmla="*/ 0 w 8389411"/>
              <a:gd name="connsiteY5" fmla="*/ 3431347 h 6858000"/>
              <a:gd name="connsiteX6" fmla="*/ 1281495 w 8389411"/>
              <a:gd name="connsiteY6" fmla="*/ 12982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389411" h="6858000">
                <a:moveTo>
                  <a:pt x="1405847" y="0"/>
                </a:moveTo>
                <a:lnTo>
                  <a:pt x="8389411" y="0"/>
                </a:lnTo>
                <a:lnTo>
                  <a:pt x="8389411" y="6858000"/>
                </a:lnTo>
                <a:lnTo>
                  <a:pt x="1403382" y="6858000"/>
                </a:lnTo>
                <a:lnTo>
                  <a:pt x="1126450" y="6554701"/>
                </a:lnTo>
                <a:cubicBezTo>
                  <a:pt x="422736" y="5705928"/>
                  <a:pt x="0" y="4617776"/>
                  <a:pt x="0" y="3431347"/>
                </a:cubicBezTo>
                <a:cubicBezTo>
                  <a:pt x="0" y="2160173"/>
                  <a:pt x="485281" y="1001818"/>
                  <a:pt x="1281495" y="12982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44" name="decorative circles">
            <a:extLst>
              <a:ext uri="{FF2B5EF4-FFF2-40B4-BE49-F238E27FC236}">
                <a16:creationId xmlns:a16="http://schemas.microsoft.com/office/drawing/2014/main" id="{C310B041-3468-403A-926B-E3C1CF443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44914" y="299808"/>
            <a:ext cx="11521822" cy="6038357"/>
            <a:chOff x="244914" y="299808"/>
            <a:chExt cx="11521822" cy="6038357"/>
          </a:xfrm>
        </p:grpSpPr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65CBEB7-29CF-4F21-ABB7-012581304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00295" y="515708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C900504-84D3-4813-B737-775C16F8F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4134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73902316-BF90-4159-9FD2-6CFCCF7BE2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60448" y="3803994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7F04BF80-E9DB-4641-8EA2-51698324F1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25899" y="5741646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234395B9-3F83-49A4-9275-0A315D88F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0333" y="6032385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0E7ABD02-CD92-4D6C-B4BA-984D6688F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44914" y="5821038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938BFA-9F8D-7E94-EA04-A071C8258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78" y="952022"/>
            <a:ext cx="2862591" cy="5157049"/>
          </a:xfrm>
        </p:spPr>
        <p:txBody>
          <a:bodyPr anchor="ctr">
            <a:normAutofit/>
          </a:bodyPr>
          <a:lstStyle/>
          <a:p>
            <a:r>
              <a:rPr lang="en-GB" sz="4400"/>
              <a:t>System Workflow &amp; Inference</a:t>
            </a:r>
          </a:p>
        </p:txBody>
      </p:sp>
      <p:graphicFrame>
        <p:nvGraphicFramePr>
          <p:cNvPr id="33" name="Content Placeholder 2">
            <a:extLst>
              <a:ext uri="{FF2B5EF4-FFF2-40B4-BE49-F238E27FC236}">
                <a16:creationId xmlns:a16="http://schemas.microsoft.com/office/drawing/2014/main" id="{1ED2E8EC-DE75-E8B8-2617-ABF2B5ECB6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2792872"/>
              </p:ext>
            </p:extLst>
          </p:nvPr>
        </p:nvGraphicFramePr>
        <p:xfrm>
          <a:off x="4629151" y="952022"/>
          <a:ext cx="7117918" cy="515704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71494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B540B8-6C41-6272-AB18-E68CD5999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Results &amp; Performance Highlights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6E65AE-102B-B850-4B77-CBA85D3A2E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92480" y="1825625"/>
            <a:ext cx="5242560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Strengths</a:t>
            </a:r>
            <a:r>
              <a:rPr lang="en-GB" dirty="0"/>
              <a:t>:</a:t>
            </a:r>
          </a:p>
          <a:p>
            <a:pPr marL="0" indent="0">
              <a:buNone/>
            </a:pPr>
            <a:r>
              <a:rPr lang="en-GB" dirty="0"/>
              <a:t>	 Macro F1=0.329 (balanced across 	classes); </a:t>
            </a:r>
          </a:p>
          <a:p>
            <a:pPr marL="0" indent="0">
              <a:buNone/>
            </a:pPr>
            <a:r>
              <a:rPr lang="en-GB" dirty="0"/>
              <a:t>	~71% Low-risk accuracy; alerts prioritize 	safety (more false positives OK).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Trade-offs</a:t>
            </a:r>
            <a:r>
              <a:rPr lang="en-GB" dirty="0"/>
              <a:t>: Lower precision for Medium/High; synthetic data limits real-world applicability.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Progress</a:t>
            </a:r>
            <a:r>
              <a:rPr lang="en-GB" dirty="0"/>
              <a:t>: Model ready for deployment; outperforms baselines on imbalanced data.</a:t>
            </a:r>
          </a:p>
        </p:txBody>
      </p:sp>
      <p:pic>
        <p:nvPicPr>
          <p:cNvPr id="11" name="Content Placeholder 10" descr="A graph of a chart&#10;&#10;AI-generated content may be incorrect.">
            <a:extLst>
              <a:ext uri="{FF2B5EF4-FFF2-40B4-BE49-F238E27FC236}">
                <a16:creationId xmlns:a16="http://schemas.microsoft.com/office/drawing/2014/main" id="{04A69818-9CBE-F4FD-48B2-F55DF2DFFB5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5040" y="2091928"/>
            <a:ext cx="6021421" cy="3818732"/>
          </a:xfrm>
        </p:spPr>
      </p:pic>
    </p:spTree>
    <p:extLst>
      <p:ext uri="{BB962C8B-B14F-4D97-AF65-F5344CB8AC3E}">
        <p14:creationId xmlns:p14="http://schemas.microsoft.com/office/powerpoint/2010/main" val="17140232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C208F-2CBA-0AA2-FC0A-64C1C83A9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Limitations &amp; Challenges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CA831CA-BF88-0107-93E7-08FAF89D60F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77240" y="1825625"/>
          <a:ext cx="1065911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788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739BF-52FC-4875-B392-4044CC04F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1CAD8-1CD4-40E6-B88B-9D4FF5C3D0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13" name="decorative circles">
            <a:extLst>
              <a:ext uri="{FF2B5EF4-FFF2-40B4-BE49-F238E27FC236}">
                <a16:creationId xmlns:a16="http://schemas.microsoft.com/office/drawing/2014/main" id="{0D65577D-83CF-47FA-954E-60C70AFDB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62361" y="253193"/>
            <a:ext cx="11801644" cy="6229550"/>
            <a:chOff x="162361" y="253193"/>
            <a:chExt cx="11801644" cy="62295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4D2C49A-33C3-4048-8267-6907CA6227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0439" y="253193"/>
              <a:ext cx="150552" cy="150552"/>
            </a:xfrm>
            <a:prstGeom prst="ellipse">
              <a:avLst/>
            </a:prstGeom>
            <a:solidFill>
              <a:srgbClr val="9744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65CBEB7-29CF-4F21-ABB7-012581304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53890" y="554418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C900504-84D3-4813-B737-775C16F8F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4134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54A3D21-5E60-4B25-890E-FA22F16436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361" y="366560"/>
              <a:ext cx="309716" cy="309716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F04BF80-E9DB-4641-8EA2-51698324F1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850638" y="5886224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34395B9-3F83-49A4-9275-0A315D88F5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35072" y="6176963"/>
              <a:ext cx="305780" cy="305780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E7ABD02-CD92-4D6C-B4BA-984D6688F5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69653" y="5965616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9AFD8BC-351E-AADE-7DF1-F23265F46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878" y="952023"/>
            <a:ext cx="10773422" cy="1797530"/>
          </a:xfrm>
        </p:spPr>
        <p:txBody>
          <a:bodyPr anchor="t">
            <a:normAutofit/>
          </a:bodyPr>
          <a:lstStyle/>
          <a:p>
            <a:r>
              <a:rPr lang="en-GB" sz="4400"/>
              <a:t>Conclusion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618D0AD-CA60-ADD4-2666-0BB268B82A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61534246"/>
              </p:ext>
            </p:extLst>
          </p:nvPr>
        </p:nvGraphicFramePr>
        <p:xfrm>
          <a:off x="777875" y="2886075"/>
          <a:ext cx="10658475" cy="32908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405817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" name="Rectangle 91">
            <a:extLst>
              <a:ext uri="{FF2B5EF4-FFF2-40B4-BE49-F238E27FC236}">
                <a16:creationId xmlns:a16="http://schemas.microsoft.com/office/drawing/2014/main" id="{99B5B3C5-A599-465B-B2B9-866E8B208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C84982-7DD0-43B1-8A2D-BFA4DF1B4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96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 useBgFill="1">
        <p:nvSpPr>
          <p:cNvPr id="112" name="Rectangle 111">
            <a:extLst>
              <a:ext uri="{FF2B5EF4-FFF2-40B4-BE49-F238E27FC236}">
                <a16:creationId xmlns:a16="http://schemas.microsoft.com/office/drawing/2014/main" id="{2157AC07-14CC-4A87-9F7F-39C6D223AD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DBDF88D-2B49-4556-B646-0EB4386878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114" name="Decorative Circles">
            <a:extLst>
              <a:ext uri="{FF2B5EF4-FFF2-40B4-BE49-F238E27FC236}">
                <a16:creationId xmlns:a16="http://schemas.microsoft.com/office/drawing/2014/main" id="{1277725F-03E4-44E5-ABE5-CA3FA2184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98662" y="1139113"/>
            <a:ext cx="3216262" cy="5187547"/>
            <a:chOff x="7098662" y="1139113"/>
            <a:chExt cx="3216262" cy="5187547"/>
          </a:xfrm>
        </p:grpSpPr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AA6B1610-CA55-4A25-A9DF-EFABFE195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006431" y="1139113"/>
              <a:ext cx="226735" cy="226735"/>
            </a:xfrm>
            <a:prstGeom prst="ellipse">
              <a:avLst/>
            </a:prstGeom>
            <a:solidFill>
              <a:srgbClr val="97446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767D8C8F-CDF6-4B79-8C9D-2AA019B0A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8483" y="3163278"/>
              <a:ext cx="466441" cy="46644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19338E92-BFAE-46AB-AE8B-B761FD62D6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802014" y="1873296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C51860CD-13CA-4623-8346-8C10AF3C42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35116" y="3778325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FE834252-F052-4062-8C13-1136AF63B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098662" y="5787004"/>
              <a:ext cx="113367" cy="113367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B0C53C0-C114-4AB4-811F-2DC7E9777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608370" y="6020880"/>
              <a:ext cx="305780" cy="30578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0" name="Oval 4">
            <a:extLst>
              <a:ext uri="{FF2B5EF4-FFF2-40B4-BE49-F238E27FC236}">
                <a16:creationId xmlns:a16="http://schemas.microsoft.com/office/drawing/2014/main" id="{5AB20E56-D8B4-407E-AB7E-FD84890080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5755981" y="-5608"/>
            <a:ext cx="2908231" cy="2025148"/>
          </a:xfrm>
          <a:custGeom>
            <a:avLst/>
            <a:gdLst>
              <a:gd name="connsiteX0" fmla="*/ 126334 w 3148496"/>
              <a:gd name="connsiteY0" fmla="*/ 0 h 2192457"/>
              <a:gd name="connsiteX1" fmla="*/ 3022163 w 3148496"/>
              <a:gd name="connsiteY1" fmla="*/ 0 h 2192457"/>
              <a:gd name="connsiteX2" fmla="*/ 3024784 w 3148496"/>
              <a:gd name="connsiteY2" fmla="*/ 5441 h 2192457"/>
              <a:gd name="connsiteX3" fmla="*/ 3148496 w 3148496"/>
              <a:gd name="connsiteY3" fmla="*/ 618209 h 2192457"/>
              <a:gd name="connsiteX4" fmla="*/ 1574248 w 3148496"/>
              <a:gd name="connsiteY4" fmla="*/ 2192457 h 2192457"/>
              <a:gd name="connsiteX5" fmla="*/ 0 w 3148496"/>
              <a:gd name="connsiteY5" fmla="*/ 618209 h 2192457"/>
              <a:gd name="connsiteX6" fmla="*/ 123713 w 3148496"/>
              <a:gd name="connsiteY6" fmla="*/ 5441 h 21924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148496" h="2192457">
                <a:moveTo>
                  <a:pt x="126334" y="0"/>
                </a:moveTo>
                <a:lnTo>
                  <a:pt x="3022163" y="0"/>
                </a:lnTo>
                <a:lnTo>
                  <a:pt x="3024784" y="5441"/>
                </a:lnTo>
                <a:cubicBezTo>
                  <a:pt x="3104445" y="193781"/>
                  <a:pt x="3148496" y="400851"/>
                  <a:pt x="3148496" y="618209"/>
                </a:cubicBezTo>
                <a:cubicBezTo>
                  <a:pt x="3148496" y="1487642"/>
                  <a:pt x="2443681" y="2192457"/>
                  <a:pt x="1574248" y="2192457"/>
                </a:cubicBezTo>
                <a:cubicBezTo>
                  <a:pt x="704815" y="2192457"/>
                  <a:pt x="0" y="1487642"/>
                  <a:pt x="0" y="618209"/>
                </a:cubicBezTo>
                <a:cubicBezTo>
                  <a:pt x="0" y="400851"/>
                  <a:pt x="44051" y="193781"/>
                  <a:pt x="123713" y="5441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1" name="Graphic 120">
            <a:extLst>
              <a:ext uri="{FF2B5EF4-FFF2-40B4-BE49-F238E27FC236}">
                <a16:creationId xmlns:a16="http://schemas.microsoft.com/office/drawing/2014/main" id="{472BCDCE-4E36-4682-8372-9B1CBAB3D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32" t="37819" r="13582" b="10443"/>
          <a:stretch/>
        </p:blipFill>
        <p:spPr>
          <a:xfrm>
            <a:off x="5824726" y="-11217"/>
            <a:ext cx="2750431" cy="20924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10592A-CC65-B20F-BC85-4DE6DACA5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39" y="1122363"/>
            <a:ext cx="5047488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F706C5-A03B-7539-2A25-F9C17FE4B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39" y="3602037"/>
            <a:ext cx="5047488" cy="229833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-----Q\A</a:t>
            </a:r>
          </a:p>
        </p:txBody>
      </p:sp>
      <p:sp>
        <p:nvSpPr>
          <p:cNvPr id="122" name="Oval 3">
            <a:extLst>
              <a:ext uri="{FF2B5EF4-FFF2-40B4-BE49-F238E27FC236}">
                <a16:creationId xmlns:a16="http://schemas.microsoft.com/office/drawing/2014/main" id="{F3060864-5AF4-4B6B-AD68-5BE9B1458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9371121" y="0"/>
            <a:ext cx="2851120" cy="2950272"/>
          </a:xfrm>
          <a:custGeom>
            <a:avLst/>
            <a:gdLst>
              <a:gd name="connsiteX0" fmla="*/ 283588 w 3086667"/>
              <a:gd name="connsiteY0" fmla="*/ 0 h 3194011"/>
              <a:gd name="connsiteX1" fmla="*/ 3086667 w 3086667"/>
              <a:gd name="connsiteY1" fmla="*/ 0 h 3194011"/>
              <a:gd name="connsiteX2" fmla="*/ 3086667 w 3086667"/>
              <a:gd name="connsiteY2" fmla="*/ 2967523 h 3194011"/>
              <a:gd name="connsiteX3" fmla="*/ 2964628 w 3086667"/>
              <a:gd name="connsiteY3" fmla="*/ 3026312 h 3194011"/>
              <a:gd name="connsiteX4" fmla="*/ 2133985 w 3086667"/>
              <a:gd name="connsiteY4" fmla="*/ 3194011 h 3194011"/>
              <a:gd name="connsiteX5" fmla="*/ 0 w 3086667"/>
              <a:gd name="connsiteY5" fmla="*/ 1060026 h 3194011"/>
              <a:gd name="connsiteX6" fmla="*/ 257561 w 3086667"/>
              <a:gd name="connsiteY6" fmla="*/ 42842 h 3194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86667" h="3194011">
                <a:moveTo>
                  <a:pt x="283588" y="0"/>
                </a:moveTo>
                <a:lnTo>
                  <a:pt x="3086667" y="0"/>
                </a:lnTo>
                <a:lnTo>
                  <a:pt x="3086667" y="2967523"/>
                </a:lnTo>
                <a:lnTo>
                  <a:pt x="2964628" y="3026312"/>
                </a:lnTo>
                <a:cubicBezTo>
                  <a:pt x="2709322" y="3134298"/>
                  <a:pt x="2428627" y="3194011"/>
                  <a:pt x="2133985" y="3194011"/>
                </a:cubicBezTo>
                <a:cubicBezTo>
                  <a:pt x="955418" y="3194011"/>
                  <a:pt x="0" y="2238593"/>
                  <a:pt x="0" y="1060026"/>
                </a:cubicBezTo>
                <a:cubicBezTo>
                  <a:pt x="0" y="691724"/>
                  <a:pt x="93303" y="345214"/>
                  <a:pt x="257561" y="42842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8132B8D3-E353-4C2F-86AF-FDC6B11239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45265" y="2213792"/>
            <a:ext cx="3068209" cy="306820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1" name="Graphic 90">
            <a:extLst>
              <a:ext uri="{FF2B5EF4-FFF2-40B4-BE49-F238E27FC236}">
                <a16:creationId xmlns:a16="http://schemas.microsoft.com/office/drawing/2014/main" id="{8054E241-BA34-4D96-97A2-115FEE211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31207" y="0"/>
            <a:ext cx="2560453" cy="2560453"/>
          </a:xfrm>
          <a:prstGeom prst="rect">
            <a:avLst/>
          </a:prstGeom>
        </p:spPr>
      </p:pic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4D4B87FC-B1CA-0EBF-E8F2-B2D030044E0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96406" y="2822756"/>
            <a:ext cx="1911138" cy="1911138"/>
          </a:xfrm>
          <a:prstGeom prst="rect">
            <a:avLst/>
          </a:prstGeom>
        </p:spPr>
      </p:pic>
      <p:sp>
        <p:nvSpPr>
          <p:cNvPr id="93" name="Oval 2">
            <a:extLst>
              <a:ext uri="{FF2B5EF4-FFF2-40B4-BE49-F238E27FC236}">
                <a16:creationId xmlns:a16="http://schemas.microsoft.com/office/drawing/2014/main" id="{4F279543-04C6-4068-8C85-B55DC467F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9340879" y="3696279"/>
            <a:ext cx="2851120" cy="3167329"/>
          </a:xfrm>
          <a:custGeom>
            <a:avLst/>
            <a:gdLst>
              <a:gd name="connsiteX0" fmla="*/ 2133985 w 3086667"/>
              <a:gd name="connsiteY0" fmla="*/ 0 h 3429000"/>
              <a:gd name="connsiteX1" fmla="*/ 2964628 w 3086667"/>
              <a:gd name="connsiteY1" fmla="*/ 167699 h 3429000"/>
              <a:gd name="connsiteX2" fmla="*/ 3086667 w 3086667"/>
              <a:gd name="connsiteY2" fmla="*/ 226489 h 3429000"/>
              <a:gd name="connsiteX3" fmla="*/ 3086667 w 3086667"/>
              <a:gd name="connsiteY3" fmla="*/ 3429000 h 3429000"/>
              <a:gd name="connsiteX4" fmla="*/ 440639 w 3086667"/>
              <a:gd name="connsiteY4" fmla="*/ 3429000 h 3429000"/>
              <a:gd name="connsiteX5" fmla="*/ 364451 w 3086667"/>
              <a:gd name="connsiteY5" fmla="*/ 3327116 h 3429000"/>
              <a:gd name="connsiteX6" fmla="*/ 0 w 3086667"/>
              <a:gd name="connsiteY6" fmla="*/ 2133985 h 3429000"/>
              <a:gd name="connsiteX7" fmla="*/ 2133985 w 3086667"/>
              <a:gd name="connsiteY7" fmla="*/ 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086667" h="3429000">
                <a:moveTo>
                  <a:pt x="2133985" y="0"/>
                </a:moveTo>
                <a:cubicBezTo>
                  <a:pt x="2428627" y="0"/>
                  <a:pt x="2709322" y="59714"/>
                  <a:pt x="2964628" y="167699"/>
                </a:cubicBezTo>
                <a:lnTo>
                  <a:pt x="3086667" y="226489"/>
                </a:lnTo>
                <a:lnTo>
                  <a:pt x="3086667" y="3429000"/>
                </a:lnTo>
                <a:lnTo>
                  <a:pt x="440639" y="3429000"/>
                </a:lnTo>
                <a:lnTo>
                  <a:pt x="364451" y="3327116"/>
                </a:lnTo>
                <a:cubicBezTo>
                  <a:pt x="134356" y="2986530"/>
                  <a:pt x="0" y="2575948"/>
                  <a:pt x="0" y="2133985"/>
                </a:cubicBezTo>
                <a:cubicBezTo>
                  <a:pt x="0" y="955418"/>
                  <a:pt x="955418" y="0"/>
                  <a:pt x="2133985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5" name="Graphic 94">
            <a:extLst>
              <a:ext uri="{FF2B5EF4-FFF2-40B4-BE49-F238E27FC236}">
                <a16:creationId xmlns:a16="http://schemas.microsoft.com/office/drawing/2014/main" id="{FAA9C052-7A15-4BC7-A813-584C1A87C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8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 l="11574" t="11324" r="29617" b="24334"/>
          <a:stretch/>
        </p:blipFill>
        <p:spPr>
          <a:xfrm>
            <a:off x="9337832" y="3729414"/>
            <a:ext cx="2851119" cy="3119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47519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797</Words>
  <Application>Microsoft Office PowerPoint</Application>
  <PresentationFormat>Widescreen</PresentationFormat>
  <Paragraphs>98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Gill Sans Nova</vt:lpstr>
      <vt:lpstr>ConfettiVTI</vt:lpstr>
      <vt:lpstr>IKIBONDO: AI-driven baby health risk monitoring and vaccination scheduling system</vt:lpstr>
      <vt:lpstr>Project overview &amp; motivation</vt:lpstr>
      <vt:lpstr>System Architecture</vt:lpstr>
      <vt:lpstr>Data &amp; Preprocessing</vt:lpstr>
      <vt:lpstr>HealthRiskModel - ML Design</vt:lpstr>
      <vt:lpstr>Model Training &amp; Evaluation</vt:lpstr>
      <vt:lpstr>Prediction Plots for health-risk models</vt:lpstr>
      <vt:lpstr>Progress continue…</vt:lpstr>
      <vt:lpstr>Progress continue…</vt:lpstr>
      <vt:lpstr>Vaccination Status Logic</vt:lpstr>
      <vt:lpstr>System Workflow &amp; Inference</vt:lpstr>
      <vt:lpstr>Results &amp; Performance Highlights</vt:lpstr>
      <vt:lpstr>Limitations &amp; Challenges</vt:lpstr>
      <vt:lpstr>Conclusion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IRUMVAGad Anaclet</dc:creator>
  <cp:lastModifiedBy>IRUMVAGad Anaclet</cp:lastModifiedBy>
  <cp:revision>6</cp:revision>
  <dcterms:created xsi:type="dcterms:W3CDTF">2025-12-11T08:35:44Z</dcterms:created>
  <dcterms:modified xsi:type="dcterms:W3CDTF">2025-12-14T21:01:45Z</dcterms:modified>
</cp:coreProperties>
</file>